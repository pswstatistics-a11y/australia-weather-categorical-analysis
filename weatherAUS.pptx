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7" r:id="rId1"/>
  </p:sldMasterIdLst>
  <p:notesMasterIdLst>
    <p:notesMasterId r:id="rId2"/>
  </p:notesMasterIdLst>
  <p:sldIdLst>
    <p:sldId id="260" r:id="rId3"/>
    <p:sldId id="258" r:id="rId4"/>
    <p:sldId id="270" r:id="rId5"/>
    <p:sldId id="271" r:id="rId6"/>
    <p:sldId id="272" r:id="rId7"/>
    <p:sldId id="274" r:id="rId8"/>
    <p:sldId id="273" r:id="rId9"/>
    <p:sldId id="324" r:id="rId10"/>
    <p:sldId id="330" r:id="rId11"/>
    <p:sldId id="328" r:id="rId12"/>
    <p:sldId id="329" r:id="rId13"/>
    <p:sldId id="325" r:id="rId14"/>
    <p:sldId id="276" r:id="rId15"/>
    <p:sldId id="305" r:id="rId16"/>
    <p:sldId id="350" r:id="rId17"/>
    <p:sldId id="351" r:id="rId18"/>
    <p:sldId id="352" r:id="rId19"/>
    <p:sldId id="353" r:id="rId20"/>
    <p:sldId id="327" r:id="rId21"/>
    <p:sldId id="331" r:id="rId22"/>
    <p:sldId id="280" r:id="rId23"/>
    <p:sldId id="304" r:id="rId24"/>
    <p:sldId id="333" r:id="rId25"/>
    <p:sldId id="341" r:id="rId26"/>
    <p:sldId id="33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98" y="114"/>
      </p:cViewPr>
      <p:guideLst>
        <p:guide orient="horz" pos="2155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1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7FB36FB-C10C-479A-9DFD-15DEB134881C}" type="datetime1">
              <a:rPr lang="ko-KR" altLang="en-US"/>
              <a:pPr lvl="0">
                <a:defRPr/>
              </a:pPr>
              <a:t>2024-12-02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D64B5D5-48B7-4F94-AE9E-F3674E44000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048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: 도형 12"/>
          <p:cNvSpPr/>
          <p:nvPr/>
        </p:nvSpPr>
        <p:spPr>
          <a:xfrm rot="1675461">
            <a:off x="10281218" y="4465880"/>
            <a:ext cx="2632917" cy="2262303"/>
          </a:xfrm>
          <a:custGeom>
            <a:avLst/>
            <a:gdLst>
              <a:gd name="connsiteX0" fmla="*/ 2239997 w 2438400"/>
              <a:gd name="connsiteY0" fmla="*/ 1885851 h 2438400"/>
              <a:gd name="connsiteX1" fmla="*/ 753688 w 2438400"/>
              <a:gd name="connsiteY1" fmla="*/ 2346031 h 2438400"/>
              <a:gd name="connsiteX2" fmla="*/ 25529 w 2438400"/>
              <a:gd name="connsiteY2" fmla="*/ 971016 h 2438400"/>
              <a:gd name="connsiteX3" fmla="*/ 1241425 w 2438400"/>
              <a:gd name="connsiteY3" fmla="*/ 203 h 2438400"/>
              <a:gd name="connsiteX4" fmla="*/ 2239997 w 2438400"/>
              <a:gd name="connsiteY4" fmla="*/ 1885851 h 2438400"/>
              <a:gd name="connsiteX0" fmla="*/ 2202582 w 2202582"/>
              <a:gd name="connsiteY0" fmla="*/ 1896331 h 2509981"/>
              <a:gd name="connsiteX1" fmla="*/ 716273 w 2202582"/>
              <a:gd name="connsiteY1" fmla="*/ 2356511 h 2509981"/>
              <a:gd name="connsiteX2" fmla="*/ 119298 w 2202582"/>
              <a:gd name="connsiteY2" fmla="*/ 975512 h 2509981"/>
              <a:gd name="connsiteX3" fmla="*/ 1204010 w 2202582"/>
              <a:gd name="connsiteY3" fmla="*/ 10683 h 2509981"/>
              <a:gd name="connsiteX4" fmla="*/ 2202582 w 2202582"/>
              <a:gd name="connsiteY4" fmla="*/ 1896331 h 2509981"/>
              <a:gd name="connsiteX0" fmla="*/ 2149914 w 2149914"/>
              <a:gd name="connsiteY0" fmla="*/ 1896331 h 2387008"/>
              <a:gd name="connsiteX1" fmla="*/ 751562 w 2149914"/>
              <a:gd name="connsiteY1" fmla="*/ 2207311 h 2387008"/>
              <a:gd name="connsiteX2" fmla="*/ 66630 w 2149914"/>
              <a:gd name="connsiteY2" fmla="*/ 975512 h 2387008"/>
              <a:gd name="connsiteX3" fmla="*/ 1151342 w 2149914"/>
              <a:gd name="connsiteY3" fmla="*/ 10683 h 2387008"/>
              <a:gd name="connsiteX4" fmla="*/ 2149914 w 2149914"/>
              <a:gd name="connsiteY4" fmla="*/ 1896331 h 238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9914" h="2387008">
                <a:moveTo>
                  <a:pt x="2149914" y="1896331"/>
                </a:moveTo>
                <a:cubicBezTo>
                  <a:pt x="1829468" y="2387008"/>
                  <a:pt x="1098776" y="2360781"/>
                  <a:pt x="751562" y="2207311"/>
                </a:cubicBezTo>
                <a:cubicBezTo>
                  <a:pt x="404348" y="2053841"/>
                  <a:pt x="0" y="1341617"/>
                  <a:pt x="66630" y="975512"/>
                </a:cubicBezTo>
                <a:cubicBezTo>
                  <a:pt x="133260" y="609407"/>
                  <a:pt x="565393" y="0"/>
                  <a:pt x="1151342" y="10683"/>
                </a:cubicBezTo>
                <a:lnTo>
                  <a:pt x="2149914" y="1896331"/>
                </a:lnTo>
              </a:path>
            </a:pathLst>
          </a:custGeom>
          <a:gradFill>
            <a:gsLst>
              <a:gs pos="0">
                <a:schemeClr val="tx2">
                  <a:lumMod val="20000"/>
                  <a:lumOff val="80000"/>
                  <a:alpha val="26000"/>
                </a:schemeClr>
              </a:gs>
              <a:gs pos="100000">
                <a:schemeClr val="tx2">
                  <a:lumMod val="60000"/>
                  <a:lumOff val="40000"/>
                  <a:alpha val="53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자유형: 도형 14"/>
          <p:cNvSpPr/>
          <p:nvPr/>
        </p:nvSpPr>
        <p:spPr>
          <a:xfrm rot="6944462" flipH="1">
            <a:off x="10414093" y="3571304"/>
            <a:ext cx="1195084" cy="1852578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7" name="자유형: 도형 16"/>
          <p:cNvSpPr/>
          <p:nvPr/>
        </p:nvSpPr>
        <p:spPr>
          <a:xfrm>
            <a:off x="-126989" y="-9778"/>
            <a:ext cx="4248001" cy="2981578"/>
          </a:xfrm>
          <a:custGeom>
            <a:avLst/>
            <a:gdLst>
              <a:gd name="connsiteX0" fmla="*/ 0 w 3454400"/>
              <a:gd name="connsiteY0" fmla="*/ 1727200 h 3454400"/>
              <a:gd name="connsiteX1" fmla="*/ 505887 w 3454400"/>
              <a:gd name="connsiteY1" fmla="*/ 505885 h 3454400"/>
              <a:gd name="connsiteX2" fmla="*/ 1727203 w 3454400"/>
              <a:gd name="connsiteY2" fmla="*/ 2 h 3454400"/>
              <a:gd name="connsiteX3" fmla="*/ 2948518 w 3454400"/>
              <a:gd name="connsiteY3" fmla="*/ 505889 h 3454400"/>
              <a:gd name="connsiteX4" fmla="*/ 3454401 w 3454400"/>
              <a:gd name="connsiteY4" fmla="*/ 1727205 h 3454400"/>
              <a:gd name="connsiteX5" fmla="*/ 2948515 w 3454400"/>
              <a:gd name="connsiteY5" fmla="*/ 2948520 h 3454400"/>
              <a:gd name="connsiteX6" fmla="*/ 1727200 w 3454400"/>
              <a:gd name="connsiteY6" fmla="*/ 3454405 h 3454400"/>
              <a:gd name="connsiteX7" fmla="*/ 505885 w 3454400"/>
              <a:gd name="connsiteY7" fmla="*/ 2948519 h 3454400"/>
              <a:gd name="connsiteX8" fmla="*/ 1 w 3454400"/>
              <a:gd name="connsiteY8" fmla="*/ 1727203 h 3454400"/>
              <a:gd name="connsiteX9" fmla="*/ 0 w 3454400"/>
              <a:gd name="connsiteY9" fmla="*/ 1727200 h 3454400"/>
              <a:gd name="connsiteX0" fmla="*/ 0 w 3454402"/>
              <a:gd name="connsiteY0" fmla="*/ 1727199 h 3503915"/>
              <a:gd name="connsiteX1" fmla="*/ 505887 w 3454402"/>
              <a:gd name="connsiteY1" fmla="*/ 505884 h 3503915"/>
              <a:gd name="connsiteX2" fmla="*/ 1727203 w 3454402"/>
              <a:gd name="connsiteY2" fmla="*/ 1 h 3503915"/>
              <a:gd name="connsiteX3" fmla="*/ 2948518 w 3454402"/>
              <a:gd name="connsiteY3" fmla="*/ 505888 h 3503915"/>
              <a:gd name="connsiteX4" fmla="*/ 3454401 w 3454402"/>
              <a:gd name="connsiteY4" fmla="*/ 1727204 h 3503915"/>
              <a:gd name="connsiteX5" fmla="*/ 2948515 w 3454402"/>
              <a:gd name="connsiteY5" fmla="*/ 2948519 h 3503915"/>
              <a:gd name="connsiteX6" fmla="*/ 1727200 w 3454402"/>
              <a:gd name="connsiteY6" fmla="*/ 3454404 h 3503915"/>
              <a:gd name="connsiteX7" fmla="*/ 879375 w 3454402"/>
              <a:gd name="connsiteY7" fmla="*/ 3245584 h 3503915"/>
              <a:gd name="connsiteX8" fmla="*/ 505885 w 3454402"/>
              <a:gd name="connsiteY8" fmla="*/ 2948518 h 3503915"/>
              <a:gd name="connsiteX9" fmla="*/ 1 w 3454402"/>
              <a:gd name="connsiteY9" fmla="*/ 1727202 h 3503915"/>
              <a:gd name="connsiteX10" fmla="*/ 0 w 3454402"/>
              <a:gd name="connsiteY10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424867 h 3201583"/>
              <a:gd name="connsiteX1" fmla="*/ 505887 w 3512201"/>
              <a:gd name="connsiteY1" fmla="*/ 203552 h 3201583"/>
              <a:gd name="connsiteX2" fmla="*/ 2948518 w 3512201"/>
              <a:gd name="connsiteY2" fmla="*/ 203556 h 3201583"/>
              <a:gd name="connsiteX3" fmla="*/ 3295316 w 3512201"/>
              <a:gd name="connsiteY3" fmla="*/ 739067 h 3201583"/>
              <a:gd name="connsiteX4" fmla="*/ 3454401 w 3512201"/>
              <a:gd name="connsiteY4" fmla="*/ 1424872 h 3201583"/>
              <a:gd name="connsiteX5" fmla="*/ 2948515 w 3512201"/>
              <a:gd name="connsiteY5" fmla="*/ 2646187 h 3201583"/>
              <a:gd name="connsiteX6" fmla="*/ 1727200 w 3512201"/>
              <a:gd name="connsiteY6" fmla="*/ 3152072 h 3201583"/>
              <a:gd name="connsiteX7" fmla="*/ 879375 w 3512201"/>
              <a:gd name="connsiteY7" fmla="*/ 2943252 h 3201583"/>
              <a:gd name="connsiteX8" fmla="*/ 505885 w 3512201"/>
              <a:gd name="connsiteY8" fmla="*/ 2646186 h 3201583"/>
              <a:gd name="connsiteX9" fmla="*/ 1 w 3512201"/>
              <a:gd name="connsiteY9" fmla="*/ 1424870 h 3201583"/>
              <a:gd name="connsiteX10" fmla="*/ 0 w 3512201"/>
              <a:gd name="connsiteY10" fmla="*/ 1424867 h 3201583"/>
              <a:gd name="connsiteX0" fmla="*/ 0 w 3512201"/>
              <a:gd name="connsiteY0" fmla="*/ 1223268 h 2999984"/>
              <a:gd name="connsiteX1" fmla="*/ 877262 w 3512201"/>
              <a:gd name="connsiteY1" fmla="*/ 525728 h 2999984"/>
              <a:gd name="connsiteX2" fmla="*/ 2948518 w 3512201"/>
              <a:gd name="connsiteY2" fmla="*/ 1957 h 2999984"/>
              <a:gd name="connsiteX3" fmla="*/ 3295316 w 3512201"/>
              <a:gd name="connsiteY3" fmla="*/ 537468 h 2999984"/>
              <a:gd name="connsiteX4" fmla="*/ 3454401 w 3512201"/>
              <a:gd name="connsiteY4" fmla="*/ 1223273 h 2999984"/>
              <a:gd name="connsiteX5" fmla="*/ 2948515 w 3512201"/>
              <a:gd name="connsiteY5" fmla="*/ 2444588 h 2999984"/>
              <a:gd name="connsiteX6" fmla="*/ 1727200 w 3512201"/>
              <a:gd name="connsiteY6" fmla="*/ 2950473 h 2999984"/>
              <a:gd name="connsiteX7" fmla="*/ 879375 w 3512201"/>
              <a:gd name="connsiteY7" fmla="*/ 2741653 h 2999984"/>
              <a:gd name="connsiteX8" fmla="*/ 505885 w 3512201"/>
              <a:gd name="connsiteY8" fmla="*/ 2444587 h 2999984"/>
              <a:gd name="connsiteX9" fmla="*/ 1 w 3512201"/>
              <a:gd name="connsiteY9" fmla="*/ 1223271 h 2999984"/>
              <a:gd name="connsiteX10" fmla="*/ 0 w 3512201"/>
              <a:gd name="connsiteY10" fmla="*/ 1223268 h 2999984"/>
              <a:gd name="connsiteX0" fmla="*/ 0 w 3512201"/>
              <a:gd name="connsiteY0" fmla="*/ 811840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9" fmla="*/ 0 w 3512201"/>
              <a:gd name="connsiteY9" fmla="*/ 811840 h 2588556"/>
              <a:gd name="connsiteX0" fmla="*/ 1 w 3512201"/>
              <a:gd name="connsiteY0" fmla="*/ 811843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0" fmla="*/ 93528 w 3099844"/>
              <a:gd name="connsiteY0" fmla="*/ 2033159 h 2588556"/>
              <a:gd name="connsiteX1" fmla="*/ 464905 w 3099844"/>
              <a:gd name="connsiteY1" fmla="*/ 114300 h 2588556"/>
              <a:gd name="connsiteX2" fmla="*/ 2882959 w 3099844"/>
              <a:gd name="connsiteY2" fmla="*/ 126040 h 2588556"/>
              <a:gd name="connsiteX3" fmla="*/ 3042044 w 3099844"/>
              <a:gd name="connsiteY3" fmla="*/ 811845 h 2588556"/>
              <a:gd name="connsiteX4" fmla="*/ 2536158 w 3099844"/>
              <a:gd name="connsiteY4" fmla="*/ 2033160 h 2588556"/>
              <a:gd name="connsiteX5" fmla="*/ 1314843 w 3099844"/>
              <a:gd name="connsiteY5" fmla="*/ 2539045 h 2588556"/>
              <a:gd name="connsiteX6" fmla="*/ 467018 w 3099844"/>
              <a:gd name="connsiteY6" fmla="*/ 2330225 h 2588556"/>
              <a:gd name="connsiteX7" fmla="*/ 93528 w 3099844"/>
              <a:gd name="connsiteY7" fmla="*/ 2033159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11070 w 2643896"/>
              <a:gd name="connsiteY0" fmla="*/ 2330225 h 2588556"/>
              <a:gd name="connsiteX1" fmla="*/ 8957 w 2643896"/>
              <a:gd name="connsiteY1" fmla="*/ 114300 h 2588556"/>
              <a:gd name="connsiteX2" fmla="*/ 2427011 w 2643896"/>
              <a:gd name="connsiteY2" fmla="*/ 126040 h 2588556"/>
              <a:gd name="connsiteX3" fmla="*/ 2586096 w 2643896"/>
              <a:gd name="connsiteY3" fmla="*/ 811845 h 2588556"/>
              <a:gd name="connsiteX4" fmla="*/ 2080210 w 2643896"/>
              <a:gd name="connsiteY4" fmla="*/ 2033160 h 2588556"/>
              <a:gd name="connsiteX5" fmla="*/ 858895 w 2643896"/>
              <a:gd name="connsiteY5" fmla="*/ 2539045 h 2588556"/>
              <a:gd name="connsiteX6" fmla="*/ 11070 w 2643896"/>
              <a:gd name="connsiteY6" fmla="*/ 2330225 h 2588556"/>
              <a:gd name="connsiteX0" fmla="*/ 11070 w 2643896"/>
              <a:gd name="connsiteY0" fmla="*/ 2320442 h 2578773"/>
              <a:gd name="connsiteX1" fmla="*/ 8957 w 2643896"/>
              <a:gd name="connsiteY1" fmla="*/ 104517 h 2578773"/>
              <a:gd name="connsiteX2" fmla="*/ 2427011 w 2643896"/>
              <a:gd name="connsiteY2" fmla="*/ 116257 h 2578773"/>
              <a:gd name="connsiteX3" fmla="*/ 2586096 w 2643896"/>
              <a:gd name="connsiteY3" fmla="*/ 802062 h 2578773"/>
              <a:gd name="connsiteX4" fmla="*/ 2080210 w 2643896"/>
              <a:gd name="connsiteY4" fmla="*/ 2023377 h 2578773"/>
              <a:gd name="connsiteX5" fmla="*/ 858895 w 2643896"/>
              <a:gd name="connsiteY5" fmla="*/ 2529262 h 2578773"/>
              <a:gd name="connsiteX6" fmla="*/ 11070 w 2643896"/>
              <a:gd name="connsiteY6" fmla="*/ 2320442 h 2578773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3896" h="2474256">
                <a:moveTo>
                  <a:pt x="11070" y="2215925"/>
                </a:moveTo>
                <a:cubicBezTo>
                  <a:pt x="12189" y="1417165"/>
                  <a:pt x="0" y="646764"/>
                  <a:pt x="8957" y="0"/>
                </a:cubicBezTo>
                <a:lnTo>
                  <a:pt x="2427011" y="11740"/>
                </a:lnTo>
                <a:cubicBezTo>
                  <a:pt x="2511325" y="215293"/>
                  <a:pt x="2643896" y="379692"/>
                  <a:pt x="2586096" y="697545"/>
                </a:cubicBezTo>
                <a:cubicBezTo>
                  <a:pt x="2586096" y="1155627"/>
                  <a:pt x="2404124" y="1594947"/>
                  <a:pt x="2080210" y="1918860"/>
                </a:cubicBezTo>
                <a:cubicBezTo>
                  <a:pt x="1649617" y="2160958"/>
                  <a:pt x="1203752" y="2375234"/>
                  <a:pt x="858895" y="2424745"/>
                </a:cubicBezTo>
                <a:cubicBezTo>
                  <a:pt x="514038" y="2474256"/>
                  <a:pt x="63025" y="2314677"/>
                  <a:pt x="11070" y="2215925"/>
                </a:cubicBezTo>
              </a:path>
            </a:pathLst>
          </a:custGeom>
          <a:gradFill>
            <a:gsLst>
              <a:gs pos="0">
                <a:schemeClr val="bg2">
                  <a:lumMod val="90000"/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자유형: 도형 13"/>
          <p:cNvSpPr/>
          <p:nvPr/>
        </p:nvSpPr>
        <p:spPr>
          <a:xfrm rot="6177926" flipH="1">
            <a:off x="7049128" y="857079"/>
            <a:ext cx="848385" cy="1315138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alpha val="36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8" name="자유형: 도형 17"/>
          <p:cNvSpPr/>
          <p:nvPr/>
        </p:nvSpPr>
        <p:spPr>
          <a:xfrm rot="715747">
            <a:off x="2133599" y="1066800"/>
            <a:ext cx="2911583" cy="165247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65686 w 1894486"/>
              <a:gd name="connsiteY0" fmla="*/ 914399 h 1828802"/>
              <a:gd name="connsiteX1" fmla="*/ 333508 w 1894486"/>
              <a:gd name="connsiteY1" fmla="*/ 267821 h 1828802"/>
              <a:gd name="connsiteX2" fmla="*/ 980087 w 1894486"/>
              <a:gd name="connsiteY2" fmla="*/ 0 h 1828802"/>
              <a:gd name="connsiteX3" fmla="*/ 1626665 w 1894486"/>
              <a:gd name="connsiteY3" fmla="*/ 267822 h 1828802"/>
              <a:gd name="connsiteX4" fmla="*/ 1894486 w 1894486"/>
              <a:gd name="connsiteY4" fmla="*/ 914401 h 1828802"/>
              <a:gd name="connsiteX5" fmla="*/ 1626664 w 1894486"/>
              <a:gd name="connsiteY5" fmla="*/ 1560980 h 1828802"/>
              <a:gd name="connsiteX6" fmla="*/ 980085 w 1894486"/>
              <a:gd name="connsiteY6" fmla="*/ 1828801 h 1828802"/>
              <a:gd name="connsiteX7" fmla="*/ 333507 w 1894486"/>
              <a:gd name="connsiteY7" fmla="*/ 1560979 h 1828802"/>
              <a:gd name="connsiteX8" fmla="*/ 65686 w 1894486"/>
              <a:gd name="connsiteY8" fmla="*/ 914400 h 1828802"/>
              <a:gd name="connsiteX9" fmla="*/ 65686 w 1894486"/>
              <a:gd name="connsiteY9" fmla="*/ 914399 h 1828802"/>
              <a:gd name="connsiteX0" fmla="*/ 65686 w 1894486"/>
              <a:gd name="connsiteY0" fmla="*/ 914399 h 1854201"/>
              <a:gd name="connsiteX1" fmla="*/ 333508 w 1894486"/>
              <a:gd name="connsiteY1" fmla="*/ 267821 h 1854201"/>
              <a:gd name="connsiteX2" fmla="*/ 980087 w 1894486"/>
              <a:gd name="connsiteY2" fmla="*/ 0 h 1854201"/>
              <a:gd name="connsiteX3" fmla="*/ 1626665 w 1894486"/>
              <a:gd name="connsiteY3" fmla="*/ 267822 h 1854201"/>
              <a:gd name="connsiteX4" fmla="*/ 1894486 w 1894486"/>
              <a:gd name="connsiteY4" fmla="*/ 914401 h 1854201"/>
              <a:gd name="connsiteX5" fmla="*/ 1626664 w 1894486"/>
              <a:gd name="connsiteY5" fmla="*/ 1560980 h 1854201"/>
              <a:gd name="connsiteX6" fmla="*/ 980085 w 1894486"/>
              <a:gd name="connsiteY6" fmla="*/ 1828801 h 1854201"/>
              <a:gd name="connsiteX7" fmla="*/ 333507 w 1894486"/>
              <a:gd name="connsiteY7" fmla="*/ 1408579 h 1854201"/>
              <a:gd name="connsiteX8" fmla="*/ 65686 w 1894486"/>
              <a:gd name="connsiteY8" fmla="*/ 914400 h 1854201"/>
              <a:gd name="connsiteX9" fmla="*/ 65686 w 1894486"/>
              <a:gd name="connsiteY9" fmla="*/ 914399 h 1854201"/>
              <a:gd name="connsiteX0" fmla="*/ 65686 w 1894486"/>
              <a:gd name="connsiteY0" fmla="*/ 914399 h 1830271"/>
              <a:gd name="connsiteX1" fmla="*/ 333508 w 1894486"/>
              <a:gd name="connsiteY1" fmla="*/ 267821 h 1830271"/>
              <a:gd name="connsiteX2" fmla="*/ 980087 w 1894486"/>
              <a:gd name="connsiteY2" fmla="*/ 0 h 1830271"/>
              <a:gd name="connsiteX3" fmla="*/ 1626665 w 1894486"/>
              <a:gd name="connsiteY3" fmla="*/ 267822 h 1830271"/>
              <a:gd name="connsiteX4" fmla="*/ 1894486 w 1894486"/>
              <a:gd name="connsiteY4" fmla="*/ 914401 h 1830271"/>
              <a:gd name="connsiteX5" fmla="*/ 1626664 w 1894486"/>
              <a:gd name="connsiteY5" fmla="*/ 1560980 h 1830271"/>
              <a:gd name="connsiteX6" fmla="*/ 980085 w 1894486"/>
              <a:gd name="connsiteY6" fmla="*/ 1828801 h 1830271"/>
              <a:gd name="connsiteX7" fmla="*/ 394467 w 1894486"/>
              <a:gd name="connsiteY7" fmla="*/ 1569802 h 1830271"/>
              <a:gd name="connsiteX8" fmla="*/ 65686 w 1894486"/>
              <a:gd name="connsiteY8" fmla="*/ 914400 h 1830271"/>
              <a:gd name="connsiteX9" fmla="*/ 65686 w 1894486"/>
              <a:gd name="connsiteY9" fmla="*/ 914399 h 18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4486" h="1830271">
                <a:moveTo>
                  <a:pt x="65686" y="914399"/>
                </a:moveTo>
                <a:cubicBezTo>
                  <a:pt x="65686" y="671885"/>
                  <a:pt x="0" y="551599"/>
                  <a:pt x="333508" y="267821"/>
                </a:cubicBezTo>
                <a:cubicBezTo>
                  <a:pt x="504992" y="96338"/>
                  <a:pt x="737573" y="0"/>
                  <a:pt x="980087" y="0"/>
                </a:cubicBezTo>
                <a:cubicBezTo>
                  <a:pt x="1222601" y="0"/>
                  <a:pt x="1455182" y="96339"/>
                  <a:pt x="1626665" y="267822"/>
                </a:cubicBezTo>
                <a:cubicBezTo>
                  <a:pt x="1769272" y="522725"/>
                  <a:pt x="1894486" y="671887"/>
                  <a:pt x="1894486" y="914401"/>
                </a:cubicBezTo>
                <a:cubicBezTo>
                  <a:pt x="1894486" y="1156915"/>
                  <a:pt x="1798148" y="1389496"/>
                  <a:pt x="1626664" y="1560980"/>
                </a:cubicBezTo>
                <a:cubicBezTo>
                  <a:pt x="1354918" y="1694764"/>
                  <a:pt x="1185451" y="1827331"/>
                  <a:pt x="980085" y="1828801"/>
                </a:cubicBezTo>
                <a:cubicBezTo>
                  <a:pt x="774719" y="1830271"/>
                  <a:pt x="565950" y="1741285"/>
                  <a:pt x="394467" y="1569802"/>
                </a:cubicBezTo>
                <a:cubicBezTo>
                  <a:pt x="222984" y="1398319"/>
                  <a:pt x="65686" y="1156914"/>
                  <a:pt x="65686" y="914400"/>
                </a:cubicBezTo>
                <a:lnTo>
                  <a:pt x="65686" y="914399"/>
                </a:ln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자유형: 도형 11"/>
          <p:cNvSpPr/>
          <p:nvPr/>
        </p:nvSpPr>
        <p:spPr>
          <a:xfrm rot="3498807">
            <a:off x="11012967" y="2807051"/>
            <a:ext cx="802483" cy="1167561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483" h="875671">
                <a:moveTo>
                  <a:pt x="16669" y="458787"/>
                </a:moveTo>
                <a:cubicBezTo>
                  <a:pt x="16669" y="337530"/>
                  <a:pt x="10880" y="211698"/>
                  <a:pt x="74380" y="135498"/>
                </a:cubicBezTo>
                <a:cubicBezTo>
                  <a:pt x="137880" y="59298"/>
                  <a:pt x="295463" y="0"/>
                  <a:pt x="397670" y="1588"/>
                </a:cubicBezTo>
                <a:cubicBezTo>
                  <a:pt x="499877" y="3176"/>
                  <a:pt x="620153" y="71602"/>
                  <a:pt x="687622" y="145024"/>
                </a:cubicBezTo>
                <a:cubicBezTo>
                  <a:pt x="755091" y="218446"/>
                  <a:pt x="802483" y="320863"/>
                  <a:pt x="802482" y="442120"/>
                </a:cubicBezTo>
                <a:cubicBezTo>
                  <a:pt x="802482" y="563377"/>
                  <a:pt x="733907" y="667196"/>
                  <a:pt x="667232" y="738237"/>
                </a:cubicBezTo>
                <a:cubicBezTo>
                  <a:pt x="600557" y="809278"/>
                  <a:pt x="501240" y="861057"/>
                  <a:pt x="402432" y="868364"/>
                </a:cubicBezTo>
                <a:cubicBezTo>
                  <a:pt x="303624" y="875671"/>
                  <a:pt x="141452" y="829703"/>
                  <a:pt x="74380" y="782078"/>
                </a:cubicBezTo>
                <a:cubicBezTo>
                  <a:pt x="7308" y="734453"/>
                  <a:pt x="0" y="703871"/>
                  <a:pt x="1" y="582614"/>
                </a:cubicBezTo>
                <a:cubicBezTo>
                  <a:pt x="1" y="582613"/>
                  <a:pt x="16669" y="458788"/>
                  <a:pt x="16669" y="458787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pic>
        <p:nvPicPr>
          <p:cNvPr id="2050" name="그림 2049" descr="라인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0" y="6486525"/>
            <a:ext cx="12191999" cy="3714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0" name="자유형: 도형 19"/>
          <p:cNvSpPr/>
          <p:nvPr/>
        </p:nvSpPr>
        <p:spPr>
          <a:xfrm rot="3498807">
            <a:off x="5996159" y="853941"/>
            <a:ext cx="1065386" cy="1769151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483" h="875671">
                <a:moveTo>
                  <a:pt x="16669" y="458787"/>
                </a:moveTo>
                <a:cubicBezTo>
                  <a:pt x="16669" y="337530"/>
                  <a:pt x="10880" y="211698"/>
                  <a:pt x="74380" y="135498"/>
                </a:cubicBezTo>
                <a:cubicBezTo>
                  <a:pt x="137880" y="59298"/>
                  <a:pt x="295463" y="0"/>
                  <a:pt x="397670" y="1588"/>
                </a:cubicBezTo>
                <a:cubicBezTo>
                  <a:pt x="499877" y="3176"/>
                  <a:pt x="620153" y="71602"/>
                  <a:pt x="687622" y="145024"/>
                </a:cubicBezTo>
                <a:cubicBezTo>
                  <a:pt x="755091" y="218446"/>
                  <a:pt x="802483" y="320863"/>
                  <a:pt x="802482" y="442120"/>
                </a:cubicBezTo>
                <a:cubicBezTo>
                  <a:pt x="802482" y="563377"/>
                  <a:pt x="733907" y="667196"/>
                  <a:pt x="667232" y="738237"/>
                </a:cubicBezTo>
                <a:cubicBezTo>
                  <a:pt x="600557" y="809278"/>
                  <a:pt x="501240" y="861057"/>
                  <a:pt x="402432" y="868364"/>
                </a:cubicBezTo>
                <a:cubicBezTo>
                  <a:pt x="303624" y="875671"/>
                  <a:pt x="141452" y="829703"/>
                  <a:pt x="74380" y="782078"/>
                </a:cubicBezTo>
                <a:cubicBezTo>
                  <a:pt x="7308" y="734453"/>
                  <a:pt x="0" y="703871"/>
                  <a:pt x="1" y="582614"/>
                </a:cubicBezTo>
                <a:cubicBezTo>
                  <a:pt x="1" y="582613"/>
                  <a:pt x="16669" y="458788"/>
                  <a:pt x="16669" y="458787"/>
                </a:cubicBezTo>
              </a:path>
            </a:pathLst>
          </a:custGeom>
          <a:gradFill>
            <a:gsLst>
              <a:gs pos="0">
                <a:schemeClr val="bg2">
                  <a:alpha val="82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1" name="자유형: 도형 20"/>
          <p:cNvSpPr/>
          <p:nvPr/>
        </p:nvSpPr>
        <p:spPr>
          <a:xfrm rot="6177926" flipH="1">
            <a:off x="436947" y="3109549"/>
            <a:ext cx="577270" cy="894863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tx2">
                  <a:lumMod val="20000"/>
                  <a:lumOff val="80000"/>
                  <a:alpha val="32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pic>
        <p:nvPicPr>
          <p:cNvPr id="22" name="그림 21" descr="상단터치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0" y="0"/>
            <a:ext cx="12191999" cy="35242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971800"/>
            <a:ext cx="10363199" cy="974724"/>
          </a:xfrm>
          <a:effectLst/>
        </p:spPr>
        <p:txBody>
          <a:bodyPr>
            <a:noAutofit/>
          </a:bodyPr>
          <a:lstStyle>
            <a:lvl1pPr algn="ctr">
              <a:defRPr sz="5400">
                <a:solidFill>
                  <a:schemeClr val="accent5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956036"/>
            <a:ext cx="8534399" cy="68103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19" name="날짜 개체 틀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24" name="바닥글 개체 틀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91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38B5ADD-133D-4FE1-AF97-1CF32717E8F2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F4ECA57-1034-4446-8203-94D9C1DE2B47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7419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07297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0" y="6486525"/>
            <a:ext cx="12191999" cy="3714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8" name="자유형: 도형 7"/>
          <p:cNvSpPr/>
          <p:nvPr/>
        </p:nvSpPr>
        <p:spPr>
          <a:xfrm rot="21160224">
            <a:off x="5609710" y="1089941"/>
            <a:ext cx="3177889" cy="2195166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0904"/>
              <a:gd name="connsiteX1" fmla="*/ 74380 w 802483"/>
              <a:gd name="connsiteY1" fmla="*/ 135498 h 870904"/>
              <a:gd name="connsiteX2" fmla="*/ 397670 w 802483"/>
              <a:gd name="connsiteY2" fmla="*/ 1588 h 870904"/>
              <a:gd name="connsiteX3" fmla="*/ 687622 w 802483"/>
              <a:gd name="connsiteY3" fmla="*/ 145024 h 870904"/>
              <a:gd name="connsiteX4" fmla="*/ 802482 w 802483"/>
              <a:gd name="connsiteY4" fmla="*/ 442120 h 870904"/>
              <a:gd name="connsiteX5" fmla="*/ 667232 w 802483"/>
              <a:gd name="connsiteY5" fmla="*/ 738237 h 870904"/>
              <a:gd name="connsiteX6" fmla="*/ 402432 w 802483"/>
              <a:gd name="connsiteY6" fmla="*/ 868364 h 870904"/>
              <a:gd name="connsiteX7" fmla="*/ 160123 w 802483"/>
              <a:gd name="connsiteY7" fmla="*/ 753480 h 870904"/>
              <a:gd name="connsiteX8" fmla="*/ 1 w 802483"/>
              <a:gd name="connsiteY8" fmla="*/ 582614 h 870904"/>
              <a:gd name="connsiteX9" fmla="*/ 16669 w 802483"/>
              <a:gd name="connsiteY9" fmla="*/ 458787 h 870904"/>
              <a:gd name="connsiteX0" fmla="*/ 16669 w 802483"/>
              <a:gd name="connsiteY0" fmla="*/ 458787 h 875425"/>
              <a:gd name="connsiteX1" fmla="*/ 74380 w 802483"/>
              <a:gd name="connsiteY1" fmla="*/ 135498 h 875425"/>
              <a:gd name="connsiteX2" fmla="*/ 397670 w 802483"/>
              <a:gd name="connsiteY2" fmla="*/ 1588 h 875425"/>
              <a:gd name="connsiteX3" fmla="*/ 687622 w 802483"/>
              <a:gd name="connsiteY3" fmla="*/ 145024 h 875425"/>
              <a:gd name="connsiteX4" fmla="*/ 802482 w 802483"/>
              <a:gd name="connsiteY4" fmla="*/ 442120 h 875425"/>
              <a:gd name="connsiteX5" fmla="*/ 667232 w 802483"/>
              <a:gd name="connsiteY5" fmla="*/ 738237 h 875425"/>
              <a:gd name="connsiteX6" fmla="*/ 402432 w 802483"/>
              <a:gd name="connsiteY6" fmla="*/ 868364 h 875425"/>
              <a:gd name="connsiteX7" fmla="*/ 134623 w 802483"/>
              <a:gd name="connsiteY7" fmla="*/ 780604 h 875425"/>
              <a:gd name="connsiteX8" fmla="*/ 1 w 802483"/>
              <a:gd name="connsiteY8" fmla="*/ 582614 h 875425"/>
              <a:gd name="connsiteX9" fmla="*/ 16669 w 802483"/>
              <a:gd name="connsiteY9" fmla="*/ 458787 h 875425"/>
              <a:gd name="connsiteX0" fmla="*/ 90586 w 876400"/>
              <a:gd name="connsiteY0" fmla="*/ 458787 h 875425"/>
              <a:gd name="connsiteX1" fmla="*/ 148297 w 876400"/>
              <a:gd name="connsiteY1" fmla="*/ 135498 h 875425"/>
              <a:gd name="connsiteX2" fmla="*/ 471587 w 876400"/>
              <a:gd name="connsiteY2" fmla="*/ 1588 h 875425"/>
              <a:gd name="connsiteX3" fmla="*/ 761539 w 876400"/>
              <a:gd name="connsiteY3" fmla="*/ 145024 h 875425"/>
              <a:gd name="connsiteX4" fmla="*/ 876399 w 876400"/>
              <a:gd name="connsiteY4" fmla="*/ 442120 h 875425"/>
              <a:gd name="connsiteX5" fmla="*/ 741149 w 876400"/>
              <a:gd name="connsiteY5" fmla="*/ 738237 h 875425"/>
              <a:gd name="connsiteX6" fmla="*/ 476349 w 876400"/>
              <a:gd name="connsiteY6" fmla="*/ 868364 h 875425"/>
              <a:gd name="connsiteX7" fmla="*/ 208540 w 876400"/>
              <a:gd name="connsiteY7" fmla="*/ 780604 h 875425"/>
              <a:gd name="connsiteX8" fmla="*/ 1 w 876400"/>
              <a:gd name="connsiteY8" fmla="*/ 592372 h 875425"/>
              <a:gd name="connsiteX9" fmla="*/ 90586 w 876400"/>
              <a:gd name="connsiteY9" fmla="*/ 458787 h 875425"/>
              <a:gd name="connsiteX0" fmla="*/ 38718 w 876400"/>
              <a:gd name="connsiteY0" fmla="*/ 392920 h 875425"/>
              <a:gd name="connsiteX1" fmla="*/ 148297 w 876400"/>
              <a:gd name="connsiteY1" fmla="*/ 135498 h 875425"/>
              <a:gd name="connsiteX2" fmla="*/ 471587 w 876400"/>
              <a:gd name="connsiteY2" fmla="*/ 1588 h 875425"/>
              <a:gd name="connsiteX3" fmla="*/ 761539 w 876400"/>
              <a:gd name="connsiteY3" fmla="*/ 145024 h 875425"/>
              <a:gd name="connsiteX4" fmla="*/ 876399 w 876400"/>
              <a:gd name="connsiteY4" fmla="*/ 442120 h 875425"/>
              <a:gd name="connsiteX5" fmla="*/ 741149 w 876400"/>
              <a:gd name="connsiteY5" fmla="*/ 738237 h 875425"/>
              <a:gd name="connsiteX6" fmla="*/ 476349 w 876400"/>
              <a:gd name="connsiteY6" fmla="*/ 868364 h 875425"/>
              <a:gd name="connsiteX7" fmla="*/ 208540 w 876400"/>
              <a:gd name="connsiteY7" fmla="*/ 780604 h 875425"/>
              <a:gd name="connsiteX8" fmla="*/ 1 w 876400"/>
              <a:gd name="connsiteY8" fmla="*/ 592372 h 875425"/>
              <a:gd name="connsiteX9" fmla="*/ 38718 w 876400"/>
              <a:gd name="connsiteY9" fmla="*/ 392920 h 87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6400" h="875425">
                <a:moveTo>
                  <a:pt x="38718" y="392920"/>
                </a:moveTo>
                <a:cubicBezTo>
                  <a:pt x="38718" y="271663"/>
                  <a:pt x="76152" y="200720"/>
                  <a:pt x="148297" y="135498"/>
                </a:cubicBezTo>
                <a:cubicBezTo>
                  <a:pt x="220442" y="70276"/>
                  <a:pt x="369380" y="0"/>
                  <a:pt x="471587" y="1588"/>
                </a:cubicBezTo>
                <a:cubicBezTo>
                  <a:pt x="573794" y="3176"/>
                  <a:pt x="694070" y="71602"/>
                  <a:pt x="761539" y="145024"/>
                </a:cubicBezTo>
                <a:cubicBezTo>
                  <a:pt x="829008" y="218446"/>
                  <a:pt x="876400" y="320863"/>
                  <a:pt x="876399" y="442120"/>
                </a:cubicBezTo>
                <a:cubicBezTo>
                  <a:pt x="876399" y="563377"/>
                  <a:pt x="807824" y="667196"/>
                  <a:pt x="741149" y="738237"/>
                </a:cubicBezTo>
                <a:cubicBezTo>
                  <a:pt x="674474" y="809278"/>
                  <a:pt x="565117" y="861303"/>
                  <a:pt x="476349" y="868364"/>
                </a:cubicBezTo>
                <a:cubicBezTo>
                  <a:pt x="387581" y="875425"/>
                  <a:pt x="287931" y="826603"/>
                  <a:pt x="208540" y="780604"/>
                </a:cubicBezTo>
                <a:cubicBezTo>
                  <a:pt x="129149" y="734605"/>
                  <a:pt x="0" y="713629"/>
                  <a:pt x="1" y="592372"/>
                </a:cubicBezTo>
                <a:cubicBezTo>
                  <a:pt x="1" y="592371"/>
                  <a:pt x="38718" y="392921"/>
                  <a:pt x="38718" y="392920"/>
                </a:cubicBezTo>
              </a:path>
            </a:pathLst>
          </a:cu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자유형: 도형 8"/>
          <p:cNvSpPr/>
          <p:nvPr/>
        </p:nvSpPr>
        <p:spPr>
          <a:xfrm rot="9001978">
            <a:off x="4371335" y="1622401"/>
            <a:ext cx="2235199" cy="13716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65686 w 1894486"/>
              <a:gd name="connsiteY0" fmla="*/ 914399 h 1828802"/>
              <a:gd name="connsiteX1" fmla="*/ 333508 w 1894486"/>
              <a:gd name="connsiteY1" fmla="*/ 267821 h 1828802"/>
              <a:gd name="connsiteX2" fmla="*/ 980087 w 1894486"/>
              <a:gd name="connsiteY2" fmla="*/ 0 h 1828802"/>
              <a:gd name="connsiteX3" fmla="*/ 1626665 w 1894486"/>
              <a:gd name="connsiteY3" fmla="*/ 267822 h 1828802"/>
              <a:gd name="connsiteX4" fmla="*/ 1894486 w 1894486"/>
              <a:gd name="connsiteY4" fmla="*/ 914401 h 1828802"/>
              <a:gd name="connsiteX5" fmla="*/ 1626664 w 1894486"/>
              <a:gd name="connsiteY5" fmla="*/ 1560980 h 1828802"/>
              <a:gd name="connsiteX6" fmla="*/ 980085 w 1894486"/>
              <a:gd name="connsiteY6" fmla="*/ 1828801 h 1828802"/>
              <a:gd name="connsiteX7" fmla="*/ 333507 w 1894486"/>
              <a:gd name="connsiteY7" fmla="*/ 1560979 h 1828802"/>
              <a:gd name="connsiteX8" fmla="*/ 65686 w 1894486"/>
              <a:gd name="connsiteY8" fmla="*/ 914400 h 1828802"/>
              <a:gd name="connsiteX9" fmla="*/ 65686 w 1894486"/>
              <a:gd name="connsiteY9" fmla="*/ 914399 h 1828802"/>
              <a:gd name="connsiteX0" fmla="*/ 65686 w 1894486"/>
              <a:gd name="connsiteY0" fmla="*/ 914399 h 1854201"/>
              <a:gd name="connsiteX1" fmla="*/ 333508 w 1894486"/>
              <a:gd name="connsiteY1" fmla="*/ 267821 h 1854201"/>
              <a:gd name="connsiteX2" fmla="*/ 980087 w 1894486"/>
              <a:gd name="connsiteY2" fmla="*/ 0 h 1854201"/>
              <a:gd name="connsiteX3" fmla="*/ 1626665 w 1894486"/>
              <a:gd name="connsiteY3" fmla="*/ 267822 h 1854201"/>
              <a:gd name="connsiteX4" fmla="*/ 1894486 w 1894486"/>
              <a:gd name="connsiteY4" fmla="*/ 914401 h 1854201"/>
              <a:gd name="connsiteX5" fmla="*/ 1626664 w 1894486"/>
              <a:gd name="connsiteY5" fmla="*/ 1560980 h 1854201"/>
              <a:gd name="connsiteX6" fmla="*/ 980085 w 1894486"/>
              <a:gd name="connsiteY6" fmla="*/ 1828801 h 1854201"/>
              <a:gd name="connsiteX7" fmla="*/ 333507 w 1894486"/>
              <a:gd name="connsiteY7" fmla="*/ 1408579 h 1854201"/>
              <a:gd name="connsiteX8" fmla="*/ 65686 w 1894486"/>
              <a:gd name="connsiteY8" fmla="*/ 914400 h 1854201"/>
              <a:gd name="connsiteX9" fmla="*/ 65686 w 1894486"/>
              <a:gd name="connsiteY9" fmla="*/ 914399 h 1854201"/>
              <a:gd name="connsiteX0" fmla="*/ 65686 w 1894486"/>
              <a:gd name="connsiteY0" fmla="*/ 914399 h 1830271"/>
              <a:gd name="connsiteX1" fmla="*/ 333508 w 1894486"/>
              <a:gd name="connsiteY1" fmla="*/ 267821 h 1830271"/>
              <a:gd name="connsiteX2" fmla="*/ 980087 w 1894486"/>
              <a:gd name="connsiteY2" fmla="*/ 0 h 1830271"/>
              <a:gd name="connsiteX3" fmla="*/ 1626665 w 1894486"/>
              <a:gd name="connsiteY3" fmla="*/ 267822 h 1830271"/>
              <a:gd name="connsiteX4" fmla="*/ 1894486 w 1894486"/>
              <a:gd name="connsiteY4" fmla="*/ 914401 h 1830271"/>
              <a:gd name="connsiteX5" fmla="*/ 1626664 w 1894486"/>
              <a:gd name="connsiteY5" fmla="*/ 1560980 h 1830271"/>
              <a:gd name="connsiteX6" fmla="*/ 980085 w 1894486"/>
              <a:gd name="connsiteY6" fmla="*/ 1828801 h 1830271"/>
              <a:gd name="connsiteX7" fmla="*/ 394467 w 1894486"/>
              <a:gd name="connsiteY7" fmla="*/ 1569802 h 1830271"/>
              <a:gd name="connsiteX8" fmla="*/ 65686 w 1894486"/>
              <a:gd name="connsiteY8" fmla="*/ 914400 h 1830271"/>
              <a:gd name="connsiteX9" fmla="*/ 65686 w 1894486"/>
              <a:gd name="connsiteY9" fmla="*/ 914399 h 18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4486" h="1830271">
                <a:moveTo>
                  <a:pt x="65686" y="914399"/>
                </a:moveTo>
                <a:cubicBezTo>
                  <a:pt x="65686" y="671885"/>
                  <a:pt x="0" y="551599"/>
                  <a:pt x="333508" y="267821"/>
                </a:cubicBezTo>
                <a:cubicBezTo>
                  <a:pt x="504992" y="96338"/>
                  <a:pt x="737573" y="0"/>
                  <a:pt x="980087" y="0"/>
                </a:cubicBezTo>
                <a:cubicBezTo>
                  <a:pt x="1222601" y="0"/>
                  <a:pt x="1455182" y="96339"/>
                  <a:pt x="1626665" y="267822"/>
                </a:cubicBezTo>
                <a:cubicBezTo>
                  <a:pt x="1769272" y="522725"/>
                  <a:pt x="1894486" y="671887"/>
                  <a:pt x="1894486" y="914401"/>
                </a:cubicBezTo>
                <a:cubicBezTo>
                  <a:pt x="1894486" y="1156915"/>
                  <a:pt x="1798148" y="1389496"/>
                  <a:pt x="1626664" y="1560980"/>
                </a:cubicBezTo>
                <a:cubicBezTo>
                  <a:pt x="1354918" y="1694764"/>
                  <a:pt x="1185451" y="1827331"/>
                  <a:pt x="980085" y="1828801"/>
                </a:cubicBezTo>
                <a:cubicBezTo>
                  <a:pt x="774719" y="1830271"/>
                  <a:pt x="565950" y="1741285"/>
                  <a:pt x="394467" y="1569802"/>
                </a:cubicBezTo>
                <a:cubicBezTo>
                  <a:pt x="222984" y="1398319"/>
                  <a:pt x="65686" y="1156914"/>
                  <a:pt x="65686" y="914400"/>
                </a:cubicBezTo>
                <a:lnTo>
                  <a:pt x="65686" y="914399"/>
                </a:lnTo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alpha val="71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0" name="자유형: 도형 9"/>
          <p:cNvSpPr/>
          <p:nvPr/>
        </p:nvSpPr>
        <p:spPr>
          <a:xfrm rot="5400000">
            <a:off x="-115864" y="3040486"/>
            <a:ext cx="1772698" cy="1787782"/>
          </a:xfrm>
          <a:custGeom>
            <a:avLst/>
            <a:gdLst>
              <a:gd name="connsiteX0" fmla="*/ 0 w 1270000"/>
              <a:gd name="connsiteY0" fmla="*/ 635000 h 1270000"/>
              <a:gd name="connsiteX1" fmla="*/ 185988 w 1270000"/>
              <a:gd name="connsiteY1" fmla="*/ 185987 h 1270000"/>
              <a:gd name="connsiteX2" fmla="*/ 635001 w 1270000"/>
              <a:gd name="connsiteY2" fmla="*/ 0 h 1270000"/>
              <a:gd name="connsiteX3" fmla="*/ 1084014 w 1270000"/>
              <a:gd name="connsiteY3" fmla="*/ 185988 h 1270000"/>
              <a:gd name="connsiteX4" fmla="*/ 1270001 w 1270000"/>
              <a:gd name="connsiteY4" fmla="*/ 635001 h 1270000"/>
              <a:gd name="connsiteX5" fmla="*/ 1084014 w 1270000"/>
              <a:gd name="connsiteY5" fmla="*/ 1084014 h 1270000"/>
              <a:gd name="connsiteX6" fmla="*/ 635001 w 1270000"/>
              <a:gd name="connsiteY6" fmla="*/ 1270001 h 1270000"/>
              <a:gd name="connsiteX7" fmla="*/ 185988 w 1270000"/>
              <a:gd name="connsiteY7" fmla="*/ 1084013 h 1270000"/>
              <a:gd name="connsiteX8" fmla="*/ 1 w 1270000"/>
              <a:gd name="connsiteY8" fmla="*/ 635000 h 1270000"/>
              <a:gd name="connsiteX9" fmla="*/ 0 w 1270000"/>
              <a:gd name="connsiteY9" fmla="*/ 635000 h 1270000"/>
              <a:gd name="connsiteX0" fmla="*/ 0 w 1270001"/>
              <a:gd name="connsiteY0" fmla="*/ 574040 h 1209041"/>
              <a:gd name="connsiteX1" fmla="*/ 185988 w 1270001"/>
              <a:gd name="connsiteY1" fmla="*/ 125027 h 1209041"/>
              <a:gd name="connsiteX2" fmla="*/ 657460 w 1270001"/>
              <a:gd name="connsiteY2" fmla="*/ 0 h 1209041"/>
              <a:gd name="connsiteX3" fmla="*/ 1084014 w 1270001"/>
              <a:gd name="connsiteY3" fmla="*/ 125028 h 1209041"/>
              <a:gd name="connsiteX4" fmla="*/ 1270001 w 1270001"/>
              <a:gd name="connsiteY4" fmla="*/ 574041 h 1209041"/>
              <a:gd name="connsiteX5" fmla="*/ 1084014 w 1270001"/>
              <a:gd name="connsiteY5" fmla="*/ 1023054 h 1209041"/>
              <a:gd name="connsiteX6" fmla="*/ 635001 w 1270001"/>
              <a:gd name="connsiteY6" fmla="*/ 1209041 h 1209041"/>
              <a:gd name="connsiteX7" fmla="*/ 185988 w 1270001"/>
              <a:gd name="connsiteY7" fmla="*/ 1023053 h 1209041"/>
              <a:gd name="connsiteX8" fmla="*/ 1 w 1270001"/>
              <a:gd name="connsiteY8" fmla="*/ 574040 h 1209041"/>
              <a:gd name="connsiteX9" fmla="*/ 0 w 1270001"/>
              <a:gd name="connsiteY9" fmla="*/ 574040 h 1209041"/>
              <a:gd name="connsiteX0" fmla="*/ 0 w 1270001"/>
              <a:gd name="connsiteY0" fmla="*/ 574040 h 1097889"/>
              <a:gd name="connsiteX1" fmla="*/ 185988 w 1270001"/>
              <a:gd name="connsiteY1" fmla="*/ 125027 h 1097889"/>
              <a:gd name="connsiteX2" fmla="*/ 657460 w 1270001"/>
              <a:gd name="connsiteY2" fmla="*/ 0 h 1097889"/>
              <a:gd name="connsiteX3" fmla="*/ 1084014 w 1270001"/>
              <a:gd name="connsiteY3" fmla="*/ 125028 h 1097889"/>
              <a:gd name="connsiteX4" fmla="*/ 1270001 w 1270001"/>
              <a:gd name="connsiteY4" fmla="*/ 574041 h 1097889"/>
              <a:gd name="connsiteX5" fmla="*/ 1084014 w 1270001"/>
              <a:gd name="connsiteY5" fmla="*/ 1023054 h 1097889"/>
              <a:gd name="connsiteX6" fmla="*/ 185988 w 1270001"/>
              <a:gd name="connsiteY6" fmla="*/ 1023053 h 1097889"/>
              <a:gd name="connsiteX7" fmla="*/ 1 w 1270001"/>
              <a:gd name="connsiteY7" fmla="*/ 574040 h 1097889"/>
              <a:gd name="connsiteX8" fmla="*/ 0 w 1270001"/>
              <a:gd name="connsiteY8" fmla="*/ 574040 h 1097889"/>
              <a:gd name="connsiteX0" fmla="*/ 0 w 1270001"/>
              <a:gd name="connsiteY0" fmla="*/ 574040 h 1097889"/>
              <a:gd name="connsiteX1" fmla="*/ 185988 w 1270001"/>
              <a:gd name="connsiteY1" fmla="*/ 125027 h 1097889"/>
              <a:gd name="connsiteX2" fmla="*/ 657460 w 1270001"/>
              <a:gd name="connsiteY2" fmla="*/ 0 h 1097889"/>
              <a:gd name="connsiteX3" fmla="*/ 1084014 w 1270001"/>
              <a:gd name="connsiteY3" fmla="*/ 125028 h 1097889"/>
              <a:gd name="connsiteX4" fmla="*/ 1270001 w 1270001"/>
              <a:gd name="connsiteY4" fmla="*/ 574041 h 1097889"/>
              <a:gd name="connsiteX5" fmla="*/ 1084014 w 1270001"/>
              <a:gd name="connsiteY5" fmla="*/ 1023054 h 1097889"/>
              <a:gd name="connsiteX6" fmla="*/ 185988 w 1270001"/>
              <a:gd name="connsiteY6" fmla="*/ 1023053 h 1097889"/>
              <a:gd name="connsiteX7" fmla="*/ 1 w 1270001"/>
              <a:gd name="connsiteY7" fmla="*/ 574040 h 1097889"/>
              <a:gd name="connsiteX8" fmla="*/ 0 w 1270001"/>
              <a:gd name="connsiteY8" fmla="*/ 574040 h 1097889"/>
              <a:gd name="connsiteX0" fmla="*/ 0 w 1270001"/>
              <a:gd name="connsiteY0" fmla="*/ 574040 h 1025700"/>
              <a:gd name="connsiteX1" fmla="*/ 185988 w 1270001"/>
              <a:gd name="connsiteY1" fmla="*/ 125027 h 1025700"/>
              <a:gd name="connsiteX2" fmla="*/ 657460 w 1270001"/>
              <a:gd name="connsiteY2" fmla="*/ 0 h 1025700"/>
              <a:gd name="connsiteX3" fmla="*/ 1084014 w 1270001"/>
              <a:gd name="connsiteY3" fmla="*/ 125028 h 1025700"/>
              <a:gd name="connsiteX4" fmla="*/ 1270001 w 1270001"/>
              <a:gd name="connsiteY4" fmla="*/ 574041 h 1025700"/>
              <a:gd name="connsiteX5" fmla="*/ 1084014 w 1270001"/>
              <a:gd name="connsiteY5" fmla="*/ 1023054 h 1025700"/>
              <a:gd name="connsiteX6" fmla="*/ 185988 w 1270001"/>
              <a:gd name="connsiteY6" fmla="*/ 1023053 h 1025700"/>
              <a:gd name="connsiteX7" fmla="*/ 1 w 1270001"/>
              <a:gd name="connsiteY7" fmla="*/ 574040 h 1025700"/>
              <a:gd name="connsiteX8" fmla="*/ 0 w 1270001"/>
              <a:gd name="connsiteY8" fmla="*/ 574040 h 1025700"/>
              <a:gd name="connsiteX0" fmla="*/ 0 w 1270001"/>
              <a:gd name="connsiteY0" fmla="*/ 584601 h 1036261"/>
              <a:gd name="connsiteX1" fmla="*/ 280636 w 1270001"/>
              <a:gd name="connsiteY1" fmla="*/ 198954 h 1036261"/>
              <a:gd name="connsiteX2" fmla="*/ 657460 w 1270001"/>
              <a:gd name="connsiteY2" fmla="*/ 10561 h 1036261"/>
              <a:gd name="connsiteX3" fmla="*/ 1084014 w 1270001"/>
              <a:gd name="connsiteY3" fmla="*/ 135589 h 1036261"/>
              <a:gd name="connsiteX4" fmla="*/ 1270001 w 1270001"/>
              <a:gd name="connsiteY4" fmla="*/ 584602 h 1036261"/>
              <a:gd name="connsiteX5" fmla="*/ 1084014 w 1270001"/>
              <a:gd name="connsiteY5" fmla="*/ 1033615 h 1036261"/>
              <a:gd name="connsiteX6" fmla="*/ 185988 w 1270001"/>
              <a:gd name="connsiteY6" fmla="*/ 1033614 h 1036261"/>
              <a:gd name="connsiteX7" fmla="*/ 1 w 1270001"/>
              <a:gd name="connsiteY7" fmla="*/ 584601 h 1036261"/>
              <a:gd name="connsiteX8" fmla="*/ 0 w 1270001"/>
              <a:gd name="connsiteY8" fmla="*/ 584601 h 1036261"/>
              <a:gd name="connsiteX0" fmla="*/ 0 w 1264683"/>
              <a:gd name="connsiteY0" fmla="*/ 584601 h 1036261"/>
              <a:gd name="connsiteX1" fmla="*/ 280636 w 1264683"/>
              <a:gd name="connsiteY1" fmla="*/ 198954 h 1036261"/>
              <a:gd name="connsiteX2" fmla="*/ 657460 w 1264683"/>
              <a:gd name="connsiteY2" fmla="*/ 10561 h 1036261"/>
              <a:gd name="connsiteX3" fmla="*/ 1084014 w 1264683"/>
              <a:gd name="connsiteY3" fmla="*/ 135589 h 1036261"/>
              <a:gd name="connsiteX4" fmla="*/ 1212249 w 1264683"/>
              <a:gd name="connsiteY4" fmla="*/ 642354 h 1036261"/>
              <a:gd name="connsiteX5" fmla="*/ 1084014 w 1264683"/>
              <a:gd name="connsiteY5" fmla="*/ 1033615 h 1036261"/>
              <a:gd name="connsiteX6" fmla="*/ 185988 w 1264683"/>
              <a:gd name="connsiteY6" fmla="*/ 1033614 h 1036261"/>
              <a:gd name="connsiteX7" fmla="*/ 1 w 1264683"/>
              <a:gd name="connsiteY7" fmla="*/ 584601 h 1036261"/>
              <a:gd name="connsiteX8" fmla="*/ 0 w 1264683"/>
              <a:gd name="connsiteY8" fmla="*/ 584601 h 1036261"/>
              <a:gd name="connsiteX0" fmla="*/ 0 w 1264683"/>
              <a:gd name="connsiteY0" fmla="*/ 541477 h 993137"/>
              <a:gd name="connsiteX1" fmla="*/ 280636 w 1264683"/>
              <a:gd name="connsiteY1" fmla="*/ 155830 h 993137"/>
              <a:gd name="connsiteX2" fmla="*/ 657460 w 1264683"/>
              <a:gd name="connsiteY2" fmla="*/ 44440 h 993137"/>
              <a:gd name="connsiteX3" fmla="*/ 1084014 w 1264683"/>
              <a:gd name="connsiteY3" fmla="*/ 92465 h 993137"/>
              <a:gd name="connsiteX4" fmla="*/ 1212249 w 1264683"/>
              <a:gd name="connsiteY4" fmla="*/ 599230 h 993137"/>
              <a:gd name="connsiteX5" fmla="*/ 1084014 w 1264683"/>
              <a:gd name="connsiteY5" fmla="*/ 990491 h 993137"/>
              <a:gd name="connsiteX6" fmla="*/ 185988 w 1264683"/>
              <a:gd name="connsiteY6" fmla="*/ 990490 h 993137"/>
              <a:gd name="connsiteX7" fmla="*/ 1 w 1264683"/>
              <a:gd name="connsiteY7" fmla="*/ 541477 h 993137"/>
              <a:gd name="connsiteX8" fmla="*/ 0 w 1264683"/>
              <a:gd name="connsiteY8" fmla="*/ 541477 h 993137"/>
              <a:gd name="connsiteX0" fmla="*/ 0 w 1264683"/>
              <a:gd name="connsiteY0" fmla="*/ 504925 h 956585"/>
              <a:gd name="connsiteX1" fmla="*/ 280636 w 1264683"/>
              <a:gd name="connsiteY1" fmla="*/ 119278 h 956585"/>
              <a:gd name="connsiteX2" fmla="*/ 657460 w 1264683"/>
              <a:gd name="connsiteY2" fmla="*/ 7888 h 956585"/>
              <a:gd name="connsiteX3" fmla="*/ 1063159 w 1264683"/>
              <a:gd name="connsiteY3" fmla="*/ 166604 h 956585"/>
              <a:gd name="connsiteX4" fmla="*/ 1212249 w 1264683"/>
              <a:gd name="connsiteY4" fmla="*/ 562678 h 956585"/>
              <a:gd name="connsiteX5" fmla="*/ 1084014 w 1264683"/>
              <a:gd name="connsiteY5" fmla="*/ 953939 h 956585"/>
              <a:gd name="connsiteX6" fmla="*/ 185988 w 1264683"/>
              <a:gd name="connsiteY6" fmla="*/ 953938 h 956585"/>
              <a:gd name="connsiteX7" fmla="*/ 1 w 1264683"/>
              <a:gd name="connsiteY7" fmla="*/ 504925 h 956585"/>
              <a:gd name="connsiteX8" fmla="*/ 0 w 1264683"/>
              <a:gd name="connsiteY8" fmla="*/ 504925 h 956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4683" h="956585">
                <a:moveTo>
                  <a:pt x="0" y="504925"/>
                </a:moveTo>
                <a:cubicBezTo>
                  <a:pt x="0" y="336512"/>
                  <a:pt x="171059" y="202118"/>
                  <a:pt x="280636" y="119278"/>
                </a:cubicBezTo>
                <a:cubicBezTo>
                  <a:pt x="390213" y="36439"/>
                  <a:pt x="527040" y="0"/>
                  <a:pt x="657460" y="7888"/>
                </a:cubicBezTo>
                <a:cubicBezTo>
                  <a:pt x="787880" y="15776"/>
                  <a:pt x="970694" y="74139"/>
                  <a:pt x="1063159" y="166604"/>
                </a:cubicBezTo>
                <a:cubicBezTo>
                  <a:pt x="1155624" y="259069"/>
                  <a:pt x="1208773" y="431456"/>
                  <a:pt x="1212249" y="562678"/>
                </a:cubicBezTo>
                <a:cubicBezTo>
                  <a:pt x="1215725" y="693900"/>
                  <a:pt x="1264683" y="879104"/>
                  <a:pt x="1084014" y="953939"/>
                </a:cubicBezTo>
                <a:cubicBezTo>
                  <a:pt x="803884" y="956585"/>
                  <a:pt x="328958" y="937334"/>
                  <a:pt x="185988" y="953938"/>
                </a:cubicBezTo>
                <a:cubicBezTo>
                  <a:pt x="66902" y="834852"/>
                  <a:pt x="1" y="673337"/>
                  <a:pt x="1" y="504925"/>
                </a:cubicBezTo>
                <a:lnTo>
                  <a:pt x="0" y="504925"/>
                </a:ln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자유형: 도형 10"/>
          <p:cNvSpPr/>
          <p:nvPr/>
        </p:nvSpPr>
        <p:spPr>
          <a:xfrm rot="1165291">
            <a:off x="827025" y="3008427"/>
            <a:ext cx="1120693" cy="917174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483" h="875671">
                <a:moveTo>
                  <a:pt x="16669" y="458787"/>
                </a:moveTo>
                <a:cubicBezTo>
                  <a:pt x="16669" y="337530"/>
                  <a:pt x="10880" y="211698"/>
                  <a:pt x="74380" y="135498"/>
                </a:cubicBezTo>
                <a:cubicBezTo>
                  <a:pt x="137880" y="59298"/>
                  <a:pt x="295463" y="0"/>
                  <a:pt x="397670" y="1588"/>
                </a:cubicBezTo>
                <a:cubicBezTo>
                  <a:pt x="499877" y="3176"/>
                  <a:pt x="620153" y="71602"/>
                  <a:pt x="687622" y="145024"/>
                </a:cubicBezTo>
                <a:cubicBezTo>
                  <a:pt x="755091" y="218446"/>
                  <a:pt x="802483" y="320863"/>
                  <a:pt x="802482" y="442120"/>
                </a:cubicBezTo>
                <a:cubicBezTo>
                  <a:pt x="802482" y="563377"/>
                  <a:pt x="733907" y="667196"/>
                  <a:pt x="667232" y="738237"/>
                </a:cubicBezTo>
                <a:cubicBezTo>
                  <a:pt x="600557" y="809278"/>
                  <a:pt x="501240" y="861057"/>
                  <a:pt x="402432" y="868364"/>
                </a:cubicBezTo>
                <a:cubicBezTo>
                  <a:pt x="303624" y="875671"/>
                  <a:pt x="141452" y="829703"/>
                  <a:pt x="74380" y="782078"/>
                </a:cubicBezTo>
                <a:cubicBezTo>
                  <a:pt x="7308" y="734453"/>
                  <a:pt x="0" y="703871"/>
                  <a:pt x="1" y="582614"/>
                </a:cubicBezTo>
                <a:cubicBezTo>
                  <a:pt x="1" y="582613"/>
                  <a:pt x="16669" y="458788"/>
                  <a:pt x="16669" y="458787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2" name="자유형: 도형 11"/>
          <p:cNvSpPr/>
          <p:nvPr/>
        </p:nvSpPr>
        <p:spPr>
          <a:xfrm rot="3498807">
            <a:off x="2730916" y="1507741"/>
            <a:ext cx="1056542" cy="1537199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483" h="875671">
                <a:moveTo>
                  <a:pt x="16669" y="458787"/>
                </a:moveTo>
                <a:cubicBezTo>
                  <a:pt x="16669" y="337530"/>
                  <a:pt x="10880" y="211698"/>
                  <a:pt x="74380" y="135498"/>
                </a:cubicBezTo>
                <a:cubicBezTo>
                  <a:pt x="137880" y="59298"/>
                  <a:pt x="295463" y="0"/>
                  <a:pt x="397670" y="1588"/>
                </a:cubicBezTo>
                <a:cubicBezTo>
                  <a:pt x="499877" y="3176"/>
                  <a:pt x="620153" y="71602"/>
                  <a:pt x="687622" y="145024"/>
                </a:cubicBezTo>
                <a:cubicBezTo>
                  <a:pt x="755091" y="218446"/>
                  <a:pt x="802483" y="320863"/>
                  <a:pt x="802482" y="442120"/>
                </a:cubicBezTo>
                <a:cubicBezTo>
                  <a:pt x="802482" y="563377"/>
                  <a:pt x="733907" y="667196"/>
                  <a:pt x="667232" y="738237"/>
                </a:cubicBezTo>
                <a:cubicBezTo>
                  <a:pt x="600557" y="809278"/>
                  <a:pt x="501240" y="861057"/>
                  <a:pt x="402432" y="868364"/>
                </a:cubicBezTo>
                <a:cubicBezTo>
                  <a:pt x="303624" y="875671"/>
                  <a:pt x="141452" y="829703"/>
                  <a:pt x="74380" y="782078"/>
                </a:cubicBezTo>
                <a:cubicBezTo>
                  <a:pt x="7308" y="734453"/>
                  <a:pt x="0" y="703871"/>
                  <a:pt x="1" y="582614"/>
                </a:cubicBezTo>
                <a:cubicBezTo>
                  <a:pt x="1" y="582613"/>
                  <a:pt x="16669" y="458788"/>
                  <a:pt x="16669" y="458787"/>
                </a:cubicBez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774300"/>
            <a:ext cx="10363199" cy="1362075"/>
          </a:xfrm>
        </p:spPr>
        <p:txBody>
          <a:bodyPr anchor="t"/>
          <a:lstStyle>
            <a:lvl1pPr algn="r">
              <a:defRPr sz="5400" b="0" cap="all">
                <a:solidFill>
                  <a:schemeClr val="accent5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4286256"/>
            <a:ext cx="10363199" cy="488043"/>
          </a:xfrm>
        </p:spPr>
        <p:txBody>
          <a:bodyPr anchor="b"/>
          <a:lstStyle>
            <a:lvl1pPr marL="0" indent="0" algn="r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38B5ADD-133D-4FE1-AF97-1CF32717E8F2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F4ECA57-1034-4446-8203-94D9C1DE2B47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13173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404258"/>
            <a:ext cx="5384799" cy="472190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404258"/>
            <a:ext cx="5384799" cy="472190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38B5ADD-133D-4FE1-AF97-1CF32717E8F2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F4ECA57-1034-4446-8203-94D9C1DE2B47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36899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2748820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349829"/>
            <a:ext cx="10972799" cy="4818433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0850450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304800"/>
            <a:ext cx="10972799" cy="9239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3"/>
          </p:nvPr>
        </p:nvSpPr>
        <p:spPr>
          <a:xfrm>
            <a:off x="609599" y="1396078"/>
            <a:ext cx="5429250" cy="232683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sz="quarter" idx="14"/>
          </p:nvPr>
        </p:nvSpPr>
        <p:spPr>
          <a:xfrm>
            <a:off x="6153149" y="1396078"/>
            <a:ext cx="5429250" cy="232683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3" name="내용 개체 틀 12"/>
          <p:cNvSpPr>
            <a:spLocks noGrp="1"/>
          </p:cNvSpPr>
          <p:nvPr>
            <p:ph sz="quarter" idx="15"/>
          </p:nvPr>
        </p:nvSpPr>
        <p:spPr>
          <a:xfrm>
            <a:off x="609599" y="3857628"/>
            <a:ext cx="5429250" cy="232683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sz="quarter" idx="16"/>
          </p:nvPr>
        </p:nvSpPr>
        <p:spPr>
          <a:xfrm>
            <a:off x="6153149" y="3857628"/>
            <a:ext cx="5429250" cy="232683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38B5ADD-133D-4FE1-AF97-1CF32717E8F2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F4ECA57-1034-4446-8203-94D9C1DE2B47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08452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: 도형 7"/>
          <p:cNvSpPr/>
          <p:nvPr/>
        </p:nvSpPr>
        <p:spPr>
          <a:xfrm flipH="1" flipV="1">
            <a:off x="8293099" y="4103177"/>
            <a:ext cx="4047066" cy="2840547"/>
          </a:xfrm>
          <a:custGeom>
            <a:avLst/>
            <a:gdLst>
              <a:gd name="connsiteX0" fmla="*/ 0 w 3454400"/>
              <a:gd name="connsiteY0" fmla="*/ 1727200 h 3454400"/>
              <a:gd name="connsiteX1" fmla="*/ 505887 w 3454400"/>
              <a:gd name="connsiteY1" fmla="*/ 505885 h 3454400"/>
              <a:gd name="connsiteX2" fmla="*/ 1727203 w 3454400"/>
              <a:gd name="connsiteY2" fmla="*/ 2 h 3454400"/>
              <a:gd name="connsiteX3" fmla="*/ 2948518 w 3454400"/>
              <a:gd name="connsiteY3" fmla="*/ 505889 h 3454400"/>
              <a:gd name="connsiteX4" fmla="*/ 3454401 w 3454400"/>
              <a:gd name="connsiteY4" fmla="*/ 1727205 h 3454400"/>
              <a:gd name="connsiteX5" fmla="*/ 2948515 w 3454400"/>
              <a:gd name="connsiteY5" fmla="*/ 2948520 h 3454400"/>
              <a:gd name="connsiteX6" fmla="*/ 1727200 w 3454400"/>
              <a:gd name="connsiteY6" fmla="*/ 3454405 h 3454400"/>
              <a:gd name="connsiteX7" fmla="*/ 505885 w 3454400"/>
              <a:gd name="connsiteY7" fmla="*/ 2948519 h 3454400"/>
              <a:gd name="connsiteX8" fmla="*/ 1 w 3454400"/>
              <a:gd name="connsiteY8" fmla="*/ 1727203 h 3454400"/>
              <a:gd name="connsiteX9" fmla="*/ 0 w 3454400"/>
              <a:gd name="connsiteY9" fmla="*/ 1727200 h 3454400"/>
              <a:gd name="connsiteX0" fmla="*/ 0 w 3454402"/>
              <a:gd name="connsiteY0" fmla="*/ 1727199 h 3503915"/>
              <a:gd name="connsiteX1" fmla="*/ 505887 w 3454402"/>
              <a:gd name="connsiteY1" fmla="*/ 505884 h 3503915"/>
              <a:gd name="connsiteX2" fmla="*/ 1727203 w 3454402"/>
              <a:gd name="connsiteY2" fmla="*/ 1 h 3503915"/>
              <a:gd name="connsiteX3" fmla="*/ 2948518 w 3454402"/>
              <a:gd name="connsiteY3" fmla="*/ 505888 h 3503915"/>
              <a:gd name="connsiteX4" fmla="*/ 3454401 w 3454402"/>
              <a:gd name="connsiteY4" fmla="*/ 1727204 h 3503915"/>
              <a:gd name="connsiteX5" fmla="*/ 2948515 w 3454402"/>
              <a:gd name="connsiteY5" fmla="*/ 2948519 h 3503915"/>
              <a:gd name="connsiteX6" fmla="*/ 1727200 w 3454402"/>
              <a:gd name="connsiteY6" fmla="*/ 3454404 h 3503915"/>
              <a:gd name="connsiteX7" fmla="*/ 879375 w 3454402"/>
              <a:gd name="connsiteY7" fmla="*/ 3245584 h 3503915"/>
              <a:gd name="connsiteX8" fmla="*/ 505885 w 3454402"/>
              <a:gd name="connsiteY8" fmla="*/ 2948518 h 3503915"/>
              <a:gd name="connsiteX9" fmla="*/ 1 w 3454402"/>
              <a:gd name="connsiteY9" fmla="*/ 1727202 h 3503915"/>
              <a:gd name="connsiteX10" fmla="*/ 0 w 3454402"/>
              <a:gd name="connsiteY10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424867 h 3201583"/>
              <a:gd name="connsiteX1" fmla="*/ 505887 w 3512201"/>
              <a:gd name="connsiteY1" fmla="*/ 203552 h 3201583"/>
              <a:gd name="connsiteX2" fmla="*/ 2948518 w 3512201"/>
              <a:gd name="connsiteY2" fmla="*/ 203556 h 3201583"/>
              <a:gd name="connsiteX3" fmla="*/ 3295316 w 3512201"/>
              <a:gd name="connsiteY3" fmla="*/ 739067 h 3201583"/>
              <a:gd name="connsiteX4" fmla="*/ 3454401 w 3512201"/>
              <a:gd name="connsiteY4" fmla="*/ 1424872 h 3201583"/>
              <a:gd name="connsiteX5" fmla="*/ 2948515 w 3512201"/>
              <a:gd name="connsiteY5" fmla="*/ 2646187 h 3201583"/>
              <a:gd name="connsiteX6" fmla="*/ 1727200 w 3512201"/>
              <a:gd name="connsiteY6" fmla="*/ 3152072 h 3201583"/>
              <a:gd name="connsiteX7" fmla="*/ 879375 w 3512201"/>
              <a:gd name="connsiteY7" fmla="*/ 2943252 h 3201583"/>
              <a:gd name="connsiteX8" fmla="*/ 505885 w 3512201"/>
              <a:gd name="connsiteY8" fmla="*/ 2646186 h 3201583"/>
              <a:gd name="connsiteX9" fmla="*/ 1 w 3512201"/>
              <a:gd name="connsiteY9" fmla="*/ 1424870 h 3201583"/>
              <a:gd name="connsiteX10" fmla="*/ 0 w 3512201"/>
              <a:gd name="connsiteY10" fmla="*/ 1424867 h 3201583"/>
              <a:gd name="connsiteX0" fmla="*/ 0 w 3512201"/>
              <a:gd name="connsiteY0" fmla="*/ 1223268 h 2999984"/>
              <a:gd name="connsiteX1" fmla="*/ 877262 w 3512201"/>
              <a:gd name="connsiteY1" fmla="*/ 525728 h 2999984"/>
              <a:gd name="connsiteX2" fmla="*/ 2948518 w 3512201"/>
              <a:gd name="connsiteY2" fmla="*/ 1957 h 2999984"/>
              <a:gd name="connsiteX3" fmla="*/ 3295316 w 3512201"/>
              <a:gd name="connsiteY3" fmla="*/ 537468 h 2999984"/>
              <a:gd name="connsiteX4" fmla="*/ 3454401 w 3512201"/>
              <a:gd name="connsiteY4" fmla="*/ 1223273 h 2999984"/>
              <a:gd name="connsiteX5" fmla="*/ 2948515 w 3512201"/>
              <a:gd name="connsiteY5" fmla="*/ 2444588 h 2999984"/>
              <a:gd name="connsiteX6" fmla="*/ 1727200 w 3512201"/>
              <a:gd name="connsiteY6" fmla="*/ 2950473 h 2999984"/>
              <a:gd name="connsiteX7" fmla="*/ 879375 w 3512201"/>
              <a:gd name="connsiteY7" fmla="*/ 2741653 h 2999984"/>
              <a:gd name="connsiteX8" fmla="*/ 505885 w 3512201"/>
              <a:gd name="connsiteY8" fmla="*/ 2444587 h 2999984"/>
              <a:gd name="connsiteX9" fmla="*/ 1 w 3512201"/>
              <a:gd name="connsiteY9" fmla="*/ 1223271 h 2999984"/>
              <a:gd name="connsiteX10" fmla="*/ 0 w 3512201"/>
              <a:gd name="connsiteY10" fmla="*/ 1223268 h 2999984"/>
              <a:gd name="connsiteX0" fmla="*/ 0 w 3512201"/>
              <a:gd name="connsiteY0" fmla="*/ 811840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9" fmla="*/ 0 w 3512201"/>
              <a:gd name="connsiteY9" fmla="*/ 811840 h 2588556"/>
              <a:gd name="connsiteX0" fmla="*/ 1 w 3512201"/>
              <a:gd name="connsiteY0" fmla="*/ 811843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0" fmla="*/ 93528 w 3099844"/>
              <a:gd name="connsiteY0" fmla="*/ 2033159 h 2588556"/>
              <a:gd name="connsiteX1" fmla="*/ 464905 w 3099844"/>
              <a:gd name="connsiteY1" fmla="*/ 114300 h 2588556"/>
              <a:gd name="connsiteX2" fmla="*/ 2882959 w 3099844"/>
              <a:gd name="connsiteY2" fmla="*/ 126040 h 2588556"/>
              <a:gd name="connsiteX3" fmla="*/ 3042044 w 3099844"/>
              <a:gd name="connsiteY3" fmla="*/ 811845 h 2588556"/>
              <a:gd name="connsiteX4" fmla="*/ 2536158 w 3099844"/>
              <a:gd name="connsiteY4" fmla="*/ 2033160 h 2588556"/>
              <a:gd name="connsiteX5" fmla="*/ 1314843 w 3099844"/>
              <a:gd name="connsiteY5" fmla="*/ 2539045 h 2588556"/>
              <a:gd name="connsiteX6" fmla="*/ 467018 w 3099844"/>
              <a:gd name="connsiteY6" fmla="*/ 2330225 h 2588556"/>
              <a:gd name="connsiteX7" fmla="*/ 93528 w 3099844"/>
              <a:gd name="connsiteY7" fmla="*/ 2033159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11070 w 2643896"/>
              <a:gd name="connsiteY0" fmla="*/ 2330225 h 2588556"/>
              <a:gd name="connsiteX1" fmla="*/ 8957 w 2643896"/>
              <a:gd name="connsiteY1" fmla="*/ 114300 h 2588556"/>
              <a:gd name="connsiteX2" fmla="*/ 2427011 w 2643896"/>
              <a:gd name="connsiteY2" fmla="*/ 126040 h 2588556"/>
              <a:gd name="connsiteX3" fmla="*/ 2586096 w 2643896"/>
              <a:gd name="connsiteY3" fmla="*/ 811845 h 2588556"/>
              <a:gd name="connsiteX4" fmla="*/ 2080210 w 2643896"/>
              <a:gd name="connsiteY4" fmla="*/ 2033160 h 2588556"/>
              <a:gd name="connsiteX5" fmla="*/ 858895 w 2643896"/>
              <a:gd name="connsiteY5" fmla="*/ 2539045 h 2588556"/>
              <a:gd name="connsiteX6" fmla="*/ 11070 w 2643896"/>
              <a:gd name="connsiteY6" fmla="*/ 2330225 h 2588556"/>
              <a:gd name="connsiteX0" fmla="*/ 11070 w 2643896"/>
              <a:gd name="connsiteY0" fmla="*/ 2320442 h 2578773"/>
              <a:gd name="connsiteX1" fmla="*/ 8957 w 2643896"/>
              <a:gd name="connsiteY1" fmla="*/ 104517 h 2578773"/>
              <a:gd name="connsiteX2" fmla="*/ 2427011 w 2643896"/>
              <a:gd name="connsiteY2" fmla="*/ 116257 h 2578773"/>
              <a:gd name="connsiteX3" fmla="*/ 2586096 w 2643896"/>
              <a:gd name="connsiteY3" fmla="*/ 802062 h 2578773"/>
              <a:gd name="connsiteX4" fmla="*/ 2080210 w 2643896"/>
              <a:gd name="connsiteY4" fmla="*/ 2023377 h 2578773"/>
              <a:gd name="connsiteX5" fmla="*/ 858895 w 2643896"/>
              <a:gd name="connsiteY5" fmla="*/ 2529262 h 2578773"/>
              <a:gd name="connsiteX6" fmla="*/ 11070 w 2643896"/>
              <a:gd name="connsiteY6" fmla="*/ 2320442 h 2578773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3896" h="2474256">
                <a:moveTo>
                  <a:pt x="11070" y="2215925"/>
                </a:moveTo>
                <a:cubicBezTo>
                  <a:pt x="12189" y="1417165"/>
                  <a:pt x="0" y="646764"/>
                  <a:pt x="8957" y="0"/>
                </a:cubicBezTo>
                <a:lnTo>
                  <a:pt x="2427011" y="11740"/>
                </a:lnTo>
                <a:cubicBezTo>
                  <a:pt x="2511325" y="215293"/>
                  <a:pt x="2643896" y="379692"/>
                  <a:pt x="2586096" y="697545"/>
                </a:cubicBezTo>
                <a:cubicBezTo>
                  <a:pt x="2586096" y="1155627"/>
                  <a:pt x="2404124" y="1594947"/>
                  <a:pt x="2080210" y="1918860"/>
                </a:cubicBezTo>
                <a:cubicBezTo>
                  <a:pt x="1649617" y="2160958"/>
                  <a:pt x="1203752" y="2375234"/>
                  <a:pt x="858895" y="2424745"/>
                </a:cubicBezTo>
                <a:cubicBezTo>
                  <a:pt x="514038" y="2474256"/>
                  <a:pt x="63025" y="2314677"/>
                  <a:pt x="11070" y="2215925"/>
                </a:cubicBezTo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31000"/>
                </a:schemeClr>
              </a:gs>
              <a:gs pos="100000">
                <a:schemeClr val="accent1">
                  <a:alpha val="47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자유형: 도형 8"/>
          <p:cNvSpPr/>
          <p:nvPr/>
        </p:nvSpPr>
        <p:spPr>
          <a:xfrm>
            <a:off x="-152399" y="-101600"/>
            <a:ext cx="5181599" cy="3636850"/>
          </a:xfrm>
          <a:custGeom>
            <a:avLst/>
            <a:gdLst>
              <a:gd name="connsiteX0" fmla="*/ 0 w 3454400"/>
              <a:gd name="connsiteY0" fmla="*/ 1727200 h 3454400"/>
              <a:gd name="connsiteX1" fmla="*/ 505887 w 3454400"/>
              <a:gd name="connsiteY1" fmla="*/ 505885 h 3454400"/>
              <a:gd name="connsiteX2" fmla="*/ 1727203 w 3454400"/>
              <a:gd name="connsiteY2" fmla="*/ 2 h 3454400"/>
              <a:gd name="connsiteX3" fmla="*/ 2948518 w 3454400"/>
              <a:gd name="connsiteY3" fmla="*/ 505889 h 3454400"/>
              <a:gd name="connsiteX4" fmla="*/ 3454401 w 3454400"/>
              <a:gd name="connsiteY4" fmla="*/ 1727205 h 3454400"/>
              <a:gd name="connsiteX5" fmla="*/ 2948515 w 3454400"/>
              <a:gd name="connsiteY5" fmla="*/ 2948520 h 3454400"/>
              <a:gd name="connsiteX6" fmla="*/ 1727200 w 3454400"/>
              <a:gd name="connsiteY6" fmla="*/ 3454405 h 3454400"/>
              <a:gd name="connsiteX7" fmla="*/ 505885 w 3454400"/>
              <a:gd name="connsiteY7" fmla="*/ 2948519 h 3454400"/>
              <a:gd name="connsiteX8" fmla="*/ 1 w 3454400"/>
              <a:gd name="connsiteY8" fmla="*/ 1727203 h 3454400"/>
              <a:gd name="connsiteX9" fmla="*/ 0 w 3454400"/>
              <a:gd name="connsiteY9" fmla="*/ 1727200 h 3454400"/>
              <a:gd name="connsiteX0" fmla="*/ 0 w 3454402"/>
              <a:gd name="connsiteY0" fmla="*/ 1727199 h 3503915"/>
              <a:gd name="connsiteX1" fmla="*/ 505887 w 3454402"/>
              <a:gd name="connsiteY1" fmla="*/ 505884 h 3503915"/>
              <a:gd name="connsiteX2" fmla="*/ 1727203 w 3454402"/>
              <a:gd name="connsiteY2" fmla="*/ 1 h 3503915"/>
              <a:gd name="connsiteX3" fmla="*/ 2948518 w 3454402"/>
              <a:gd name="connsiteY3" fmla="*/ 505888 h 3503915"/>
              <a:gd name="connsiteX4" fmla="*/ 3454401 w 3454402"/>
              <a:gd name="connsiteY4" fmla="*/ 1727204 h 3503915"/>
              <a:gd name="connsiteX5" fmla="*/ 2948515 w 3454402"/>
              <a:gd name="connsiteY5" fmla="*/ 2948519 h 3503915"/>
              <a:gd name="connsiteX6" fmla="*/ 1727200 w 3454402"/>
              <a:gd name="connsiteY6" fmla="*/ 3454404 h 3503915"/>
              <a:gd name="connsiteX7" fmla="*/ 879375 w 3454402"/>
              <a:gd name="connsiteY7" fmla="*/ 3245584 h 3503915"/>
              <a:gd name="connsiteX8" fmla="*/ 505885 w 3454402"/>
              <a:gd name="connsiteY8" fmla="*/ 2948518 h 3503915"/>
              <a:gd name="connsiteX9" fmla="*/ 1 w 3454402"/>
              <a:gd name="connsiteY9" fmla="*/ 1727202 h 3503915"/>
              <a:gd name="connsiteX10" fmla="*/ 0 w 3454402"/>
              <a:gd name="connsiteY10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727199 h 3503915"/>
              <a:gd name="connsiteX1" fmla="*/ 505887 w 3512201"/>
              <a:gd name="connsiteY1" fmla="*/ 505884 h 3503915"/>
              <a:gd name="connsiteX2" fmla="*/ 1727203 w 3512201"/>
              <a:gd name="connsiteY2" fmla="*/ 1 h 3503915"/>
              <a:gd name="connsiteX3" fmla="*/ 2948518 w 3512201"/>
              <a:gd name="connsiteY3" fmla="*/ 505888 h 3503915"/>
              <a:gd name="connsiteX4" fmla="*/ 3295316 w 3512201"/>
              <a:gd name="connsiteY4" fmla="*/ 1041399 h 3503915"/>
              <a:gd name="connsiteX5" fmla="*/ 3454401 w 3512201"/>
              <a:gd name="connsiteY5" fmla="*/ 1727204 h 3503915"/>
              <a:gd name="connsiteX6" fmla="*/ 2948515 w 3512201"/>
              <a:gd name="connsiteY6" fmla="*/ 2948519 h 3503915"/>
              <a:gd name="connsiteX7" fmla="*/ 1727200 w 3512201"/>
              <a:gd name="connsiteY7" fmla="*/ 3454404 h 3503915"/>
              <a:gd name="connsiteX8" fmla="*/ 879375 w 3512201"/>
              <a:gd name="connsiteY8" fmla="*/ 3245584 h 3503915"/>
              <a:gd name="connsiteX9" fmla="*/ 505885 w 3512201"/>
              <a:gd name="connsiteY9" fmla="*/ 2948518 h 3503915"/>
              <a:gd name="connsiteX10" fmla="*/ 1 w 3512201"/>
              <a:gd name="connsiteY10" fmla="*/ 1727202 h 3503915"/>
              <a:gd name="connsiteX11" fmla="*/ 0 w 3512201"/>
              <a:gd name="connsiteY11" fmla="*/ 1727199 h 3503915"/>
              <a:gd name="connsiteX0" fmla="*/ 0 w 3512201"/>
              <a:gd name="connsiteY0" fmla="*/ 1424867 h 3201583"/>
              <a:gd name="connsiteX1" fmla="*/ 505887 w 3512201"/>
              <a:gd name="connsiteY1" fmla="*/ 203552 h 3201583"/>
              <a:gd name="connsiteX2" fmla="*/ 2948518 w 3512201"/>
              <a:gd name="connsiteY2" fmla="*/ 203556 h 3201583"/>
              <a:gd name="connsiteX3" fmla="*/ 3295316 w 3512201"/>
              <a:gd name="connsiteY3" fmla="*/ 739067 h 3201583"/>
              <a:gd name="connsiteX4" fmla="*/ 3454401 w 3512201"/>
              <a:gd name="connsiteY4" fmla="*/ 1424872 h 3201583"/>
              <a:gd name="connsiteX5" fmla="*/ 2948515 w 3512201"/>
              <a:gd name="connsiteY5" fmla="*/ 2646187 h 3201583"/>
              <a:gd name="connsiteX6" fmla="*/ 1727200 w 3512201"/>
              <a:gd name="connsiteY6" fmla="*/ 3152072 h 3201583"/>
              <a:gd name="connsiteX7" fmla="*/ 879375 w 3512201"/>
              <a:gd name="connsiteY7" fmla="*/ 2943252 h 3201583"/>
              <a:gd name="connsiteX8" fmla="*/ 505885 w 3512201"/>
              <a:gd name="connsiteY8" fmla="*/ 2646186 h 3201583"/>
              <a:gd name="connsiteX9" fmla="*/ 1 w 3512201"/>
              <a:gd name="connsiteY9" fmla="*/ 1424870 h 3201583"/>
              <a:gd name="connsiteX10" fmla="*/ 0 w 3512201"/>
              <a:gd name="connsiteY10" fmla="*/ 1424867 h 3201583"/>
              <a:gd name="connsiteX0" fmla="*/ 0 w 3512201"/>
              <a:gd name="connsiteY0" fmla="*/ 1223268 h 2999984"/>
              <a:gd name="connsiteX1" fmla="*/ 877262 w 3512201"/>
              <a:gd name="connsiteY1" fmla="*/ 525728 h 2999984"/>
              <a:gd name="connsiteX2" fmla="*/ 2948518 w 3512201"/>
              <a:gd name="connsiteY2" fmla="*/ 1957 h 2999984"/>
              <a:gd name="connsiteX3" fmla="*/ 3295316 w 3512201"/>
              <a:gd name="connsiteY3" fmla="*/ 537468 h 2999984"/>
              <a:gd name="connsiteX4" fmla="*/ 3454401 w 3512201"/>
              <a:gd name="connsiteY4" fmla="*/ 1223273 h 2999984"/>
              <a:gd name="connsiteX5" fmla="*/ 2948515 w 3512201"/>
              <a:gd name="connsiteY5" fmla="*/ 2444588 h 2999984"/>
              <a:gd name="connsiteX6" fmla="*/ 1727200 w 3512201"/>
              <a:gd name="connsiteY6" fmla="*/ 2950473 h 2999984"/>
              <a:gd name="connsiteX7" fmla="*/ 879375 w 3512201"/>
              <a:gd name="connsiteY7" fmla="*/ 2741653 h 2999984"/>
              <a:gd name="connsiteX8" fmla="*/ 505885 w 3512201"/>
              <a:gd name="connsiteY8" fmla="*/ 2444587 h 2999984"/>
              <a:gd name="connsiteX9" fmla="*/ 1 w 3512201"/>
              <a:gd name="connsiteY9" fmla="*/ 1223271 h 2999984"/>
              <a:gd name="connsiteX10" fmla="*/ 0 w 3512201"/>
              <a:gd name="connsiteY10" fmla="*/ 1223268 h 2999984"/>
              <a:gd name="connsiteX0" fmla="*/ 0 w 3512201"/>
              <a:gd name="connsiteY0" fmla="*/ 811840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9" fmla="*/ 0 w 3512201"/>
              <a:gd name="connsiteY9" fmla="*/ 811840 h 2588556"/>
              <a:gd name="connsiteX0" fmla="*/ 1 w 3512201"/>
              <a:gd name="connsiteY0" fmla="*/ 811843 h 2588556"/>
              <a:gd name="connsiteX1" fmla="*/ 877262 w 3512201"/>
              <a:gd name="connsiteY1" fmla="*/ 114300 h 2588556"/>
              <a:gd name="connsiteX2" fmla="*/ 3295316 w 3512201"/>
              <a:gd name="connsiteY2" fmla="*/ 126040 h 2588556"/>
              <a:gd name="connsiteX3" fmla="*/ 3454401 w 3512201"/>
              <a:gd name="connsiteY3" fmla="*/ 811845 h 2588556"/>
              <a:gd name="connsiteX4" fmla="*/ 2948515 w 3512201"/>
              <a:gd name="connsiteY4" fmla="*/ 2033160 h 2588556"/>
              <a:gd name="connsiteX5" fmla="*/ 1727200 w 3512201"/>
              <a:gd name="connsiteY5" fmla="*/ 2539045 h 2588556"/>
              <a:gd name="connsiteX6" fmla="*/ 879375 w 3512201"/>
              <a:gd name="connsiteY6" fmla="*/ 2330225 h 2588556"/>
              <a:gd name="connsiteX7" fmla="*/ 505885 w 3512201"/>
              <a:gd name="connsiteY7" fmla="*/ 2033159 h 2588556"/>
              <a:gd name="connsiteX8" fmla="*/ 1 w 3512201"/>
              <a:gd name="connsiteY8" fmla="*/ 811843 h 2588556"/>
              <a:gd name="connsiteX0" fmla="*/ 93528 w 3099844"/>
              <a:gd name="connsiteY0" fmla="*/ 2033159 h 2588556"/>
              <a:gd name="connsiteX1" fmla="*/ 464905 w 3099844"/>
              <a:gd name="connsiteY1" fmla="*/ 114300 h 2588556"/>
              <a:gd name="connsiteX2" fmla="*/ 2882959 w 3099844"/>
              <a:gd name="connsiteY2" fmla="*/ 126040 h 2588556"/>
              <a:gd name="connsiteX3" fmla="*/ 3042044 w 3099844"/>
              <a:gd name="connsiteY3" fmla="*/ 811845 h 2588556"/>
              <a:gd name="connsiteX4" fmla="*/ 2536158 w 3099844"/>
              <a:gd name="connsiteY4" fmla="*/ 2033160 h 2588556"/>
              <a:gd name="connsiteX5" fmla="*/ 1314843 w 3099844"/>
              <a:gd name="connsiteY5" fmla="*/ 2539045 h 2588556"/>
              <a:gd name="connsiteX6" fmla="*/ 467018 w 3099844"/>
              <a:gd name="connsiteY6" fmla="*/ 2330225 h 2588556"/>
              <a:gd name="connsiteX7" fmla="*/ 93528 w 3099844"/>
              <a:gd name="connsiteY7" fmla="*/ 2033159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404770 w 3037596"/>
              <a:gd name="connsiteY0" fmla="*/ 2330225 h 2588556"/>
              <a:gd name="connsiteX1" fmla="*/ 402657 w 3037596"/>
              <a:gd name="connsiteY1" fmla="*/ 114300 h 2588556"/>
              <a:gd name="connsiteX2" fmla="*/ 2820711 w 3037596"/>
              <a:gd name="connsiteY2" fmla="*/ 126040 h 2588556"/>
              <a:gd name="connsiteX3" fmla="*/ 2979796 w 3037596"/>
              <a:gd name="connsiteY3" fmla="*/ 811845 h 2588556"/>
              <a:gd name="connsiteX4" fmla="*/ 2473910 w 3037596"/>
              <a:gd name="connsiteY4" fmla="*/ 2033160 h 2588556"/>
              <a:gd name="connsiteX5" fmla="*/ 1252595 w 3037596"/>
              <a:gd name="connsiteY5" fmla="*/ 2539045 h 2588556"/>
              <a:gd name="connsiteX6" fmla="*/ 404770 w 3037596"/>
              <a:gd name="connsiteY6" fmla="*/ 2330225 h 2588556"/>
              <a:gd name="connsiteX0" fmla="*/ 11070 w 2643896"/>
              <a:gd name="connsiteY0" fmla="*/ 2330225 h 2588556"/>
              <a:gd name="connsiteX1" fmla="*/ 8957 w 2643896"/>
              <a:gd name="connsiteY1" fmla="*/ 114300 h 2588556"/>
              <a:gd name="connsiteX2" fmla="*/ 2427011 w 2643896"/>
              <a:gd name="connsiteY2" fmla="*/ 126040 h 2588556"/>
              <a:gd name="connsiteX3" fmla="*/ 2586096 w 2643896"/>
              <a:gd name="connsiteY3" fmla="*/ 811845 h 2588556"/>
              <a:gd name="connsiteX4" fmla="*/ 2080210 w 2643896"/>
              <a:gd name="connsiteY4" fmla="*/ 2033160 h 2588556"/>
              <a:gd name="connsiteX5" fmla="*/ 858895 w 2643896"/>
              <a:gd name="connsiteY5" fmla="*/ 2539045 h 2588556"/>
              <a:gd name="connsiteX6" fmla="*/ 11070 w 2643896"/>
              <a:gd name="connsiteY6" fmla="*/ 2330225 h 2588556"/>
              <a:gd name="connsiteX0" fmla="*/ 11070 w 2643896"/>
              <a:gd name="connsiteY0" fmla="*/ 2320442 h 2578773"/>
              <a:gd name="connsiteX1" fmla="*/ 8957 w 2643896"/>
              <a:gd name="connsiteY1" fmla="*/ 104517 h 2578773"/>
              <a:gd name="connsiteX2" fmla="*/ 2427011 w 2643896"/>
              <a:gd name="connsiteY2" fmla="*/ 116257 h 2578773"/>
              <a:gd name="connsiteX3" fmla="*/ 2586096 w 2643896"/>
              <a:gd name="connsiteY3" fmla="*/ 802062 h 2578773"/>
              <a:gd name="connsiteX4" fmla="*/ 2080210 w 2643896"/>
              <a:gd name="connsiteY4" fmla="*/ 2023377 h 2578773"/>
              <a:gd name="connsiteX5" fmla="*/ 858895 w 2643896"/>
              <a:gd name="connsiteY5" fmla="*/ 2529262 h 2578773"/>
              <a:gd name="connsiteX6" fmla="*/ 11070 w 2643896"/>
              <a:gd name="connsiteY6" fmla="*/ 2320442 h 2578773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  <a:gd name="connsiteX0" fmla="*/ 11070 w 2643896"/>
              <a:gd name="connsiteY0" fmla="*/ 2215925 h 2474256"/>
              <a:gd name="connsiteX1" fmla="*/ 8957 w 2643896"/>
              <a:gd name="connsiteY1" fmla="*/ 0 h 2474256"/>
              <a:gd name="connsiteX2" fmla="*/ 2427011 w 2643896"/>
              <a:gd name="connsiteY2" fmla="*/ 11740 h 2474256"/>
              <a:gd name="connsiteX3" fmla="*/ 2586096 w 2643896"/>
              <a:gd name="connsiteY3" fmla="*/ 697545 h 2474256"/>
              <a:gd name="connsiteX4" fmla="*/ 2080210 w 2643896"/>
              <a:gd name="connsiteY4" fmla="*/ 1918860 h 2474256"/>
              <a:gd name="connsiteX5" fmla="*/ 858895 w 2643896"/>
              <a:gd name="connsiteY5" fmla="*/ 2424745 h 2474256"/>
              <a:gd name="connsiteX6" fmla="*/ 11070 w 2643896"/>
              <a:gd name="connsiteY6" fmla="*/ 2215925 h 247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3896" h="2474256">
                <a:moveTo>
                  <a:pt x="11070" y="2215925"/>
                </a:moveTo>
                <a:cubicBezTo>
                  <a:pt x="12189" y="1417165"/>
                  <a:pt x="0" y="646764"/>
                  <a:pt x="8957" y="0"/>
                </a:cubicBezTo>
                <a:lnTo>
                  <a:pt x="2427011" y="11740"/>
                </a:lnTo>
                <a:cubicBezTo>
                  <a:pt x="2511325" y="215293"/>
                  <a:pt x="2643896" y="379692"/>
                  <a:pt x="2586096" y="697545"/>
                </a:cubicBezTo>
                <a:cubicBezTo>
                  <a:pt x="2586096" y="1155627"/>
                  <a:pt x="2404124" y="1594947"/>
                  <a:pt x="2080210" y="1918860"/>
                </a:cubicBezTo>
                <a:cubicBezTo>
                  <a:pt x="1649617" y="2160958"/>
                  <a:pt x="1203752" y="2375234"/>
                  <a:pt x="858895" y="2424745"/>
                </a:cubicBezTo>
                <a:cubicBezTo>
                  <a:pt x="514038" y="2474256"/>
                  <a:pt x="63025" y="2314677"/>
                  <a:pt x="11070" y="2215925"/>
                </a:cubicBez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0" name="자유형: 도형 9"/>
          <p:cNvSpPr/>
          <p:nvPr/>
        </p:nvSpPr>
        <p:spPr>
          <a:xfrm rot="6177926" flipH="1">
            <a:off x="5525126" y="-133520"/>
            <a:ext cx="848385" cy="1315138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accent4">
                  <a:lumMod val="40000"/>
                  <a:lumOff val="60000"/>
                  <a:alpha val="58000"/>
                </a:schemeClr>
              </a:gs>
              <a:gs pos="100000">
                <a:schemeClr val="accent3">
                  <a:lumMod val="20000"/>
                  <a:lumOff val="80000"/>
                  <a:alpha val="37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자유형: 도형 10"/>
          <p:cNvSpPr/>
          <p:nvPr/>
        </p:nvSpPr>
        <p:spPr>
          <a:xfrm>
            <a:off x="2793999" y="203202"/>
            <a:ext cx="2669954" cy="1934591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65686 w 1894486"/>
              <a:gd name="connsiteY0" fmla="*/ 914399 h 1828802"/>
              <a:gd name="connsiteX1" fmla="*/ 333508 w 1894486"/>
              <a:gd name="connsiteY1" fmla="*/ 267821 h 1828802"/>
              <a:gd name="connsiteX2" fmla="*/ 980087 w 1894486"/>
              <a:gd name="connsiteY2" fmla="*/ 0 h 1828802"/>
              <a:gd name="connsiteX3" fmla="*/ 1626665 w 1894486"/>
              <a:gd name="connsiteY3" fmla="*/ 267822 h 1828802"/>
              <a:gd name="connsiteX4" fmla="*/ 1894486 w 1894486"/>
              <a:gd name="connsiteY4" fmla="*/ 914401 h 1828802"/>
              <a:gd name="connsiteX5" fmla="*/ 1626664 w 1894486"/>
              <a:gd name="connsiteY5" fmla="*/ 1560980 h 1828802"/>
              <a:gd name="connsiteX6" fmla="*/ 980085 w 1894486"/>
              <a:gd name="connsiteY6" fmla="*/ 1828801 h 1828802"/>
              <a:gd name="connsiteX7" fmla="*/ 333507 w 1894486"/>
              <a:gd name="connsiteY7" fmla="*/ 1560979 h 1828802"/>
              <a:gd name="connsiteX8" fmla="*/ 65686 w 1894486"/>
              <a:gd name="connsiteY8" fmla="*/ 914400 h 1828802"/>
              <a:gd name="connsiteX9" fmla="*/ 65686 w 1894486"/>
              <a:gd name="connsiteY9" fmla="*/ 914399 h 1828802"/>
              <a:gd name="connsiteX0" fmla="*/ 65686 w 1894486"/>
              <a:gd name="connsiteY0" fmla="*/ 914399 h 1854201"/>
              <a:gd name="connsiteX1" fmla="*/ 333508 w 1894486"/>
              <a:gd name="connsiteY1" fmla="*/ 267821 h 1854201"/>
              <a:gd name="connsiteX2" fmla="*/ 980087 w 1894486"/>
              <a:gd name="connsiteY2" fmla="*/ 0 h 1854201"/>
              <a:gd name="connsiteX3" fmla="*/ 1626665 w 1894486"/>
              <a:gd name="connsiteY3" fmla="*/ 267822 h 1854201"/>
              <a:gd name="connsiteX4" fmla="*/ 1894486 w 1894486"/>
              <a:gd name="connsiteY4" fmla="*/ 914401 h 1854201"/>
              <a:gd name="connsiteX5" fmla="*/ 1626664 w 1894486"/>
              <a:gd name="connsiteY5" fmla="*/ 1560980 h 1854201"/>
              <a:gd name="connsiteX6" fmla="*/ 980085 w 1894486"/>
              <a:gd name="connsiteY6" fmla="*/ 1828801 h 1854201"/>
              <a:gd name="connsiteX7" fmla="*/ 333507 w 1894486"/>
              <a:gd name="connsiteY7" fmla="*/ 1408579 h 1854201"/>
              <a:gd name="connsiteX8" fmla="*/ 65686 w 1894486"/>
              <a:gd name="connsiteY8" fmla="*/ 914400 h 1854201"/>
              <a:gd name="connsiteX9" fmla="*/ 65686 w 1894486"/>
              <a:gd name="connsiteY9" fmla="*/ 914399 h 1854201"/>
              <a:gd name="connsiteX0" fmla="*/ 65686 w 1894486"/>
              <a:gd name="connsiteY0" fmla="*/ 914399 h 1830271"/>
              <a:gd name="connsiteX1" fmla="*/ 333508 w 1894486"/>
              <a:gd name="connsiteY1" fmla="*/ 267821 h 1830271"/>
              <a:gd name="connsiteX2" fmla="*/ 980087 w 1894486"/>
              <a:gd name="connsiteY2" fmla="*/ 0 h 1830271"/>
              <a:gd name="connsiteX3" fmla="*/ 1626665 w 1894486"/>
              <a:gd name="connsiteY3" fmla="*/ 267822 h 1830271"/>
              <a:gd name="connsiteX4" fmla="*/ 1894486 w 1894486"/>
              <a:gd name="connsiteY4" fmla="*/ 914401 h 1830271"/>
              <a:gd name="connsiteX5" fmla="*/ 1626664 w 1894486"/>
              <a:gd name="connsiteY5" fmla="*/ 1560980 h 1830271"/>
              <a:gd name="connsiteX6" fmla="*/ 980085 w 1894486"/>
              <a:gd name="connsiteY6" fmla="*/ 1828801 h 1830271"/>
              <a:gd name="connsiteX7" fmla="*/ 394467 w 1894486"/>
              <a:gd name="connsiteY7" fmla="*/ 1569802 h 1830271"/>
              <a:gd name="connsiteX8" fmla="*/ 65686 w 1894486"/>
              <a:gd name="connsiteY8" fmla="*/ 914400 h 1830271"/>
              <a:gd name="connsiteX9" fmla="*/ 65686 w 1894486"/>
              <a:gd name="connsiteY9" fmla="*/ 914399 h 18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4486" h="1830271">
                <a:moveTo>
                  <a:pt x="65686" y="914399"/>
                </a:moveTo>
                <a:cubicBezTo>
                  <a:pt x="65686" y="671885"/>
                  <a:pt x="0" y="551599"/>
                  <a:pt x="333508" y="267821"/>
                </a:cubicBezTo>
                <a:cubicBezTo>
                  <a:pt x="504992" y="96338"/>
                  <a:pt x="737573" y="0"/>
                  <a:pt x="980087" y="0"/>
                </a:cubicBezTo>
                <a:cubicBezTo>
                  <a:pt x="1222601" y="0"/>
                  <a:pt x="1455182" y="96339"/>
                  <a:pt x="1626665" y="267822"/>
                </a:cubicBezTo>
                <a:cubicBezTo>
                  <a:pt x="1769272" y="522725"/>
                  <a:pt x="1894486" y="671887"/>
                  <a:pt x="1894486" y="914401"/>
                </a:cubicBezTo>
                <a:cubicBezTo>
                  <a:pt x="1894486" y="1156915"/>
                  <a:pt x="1798148" y="1389496"/>
                  <a:pt x="1626664" y="1560980"/>
                </a:cubicBezTo>
                <a:cubicBezTo>
                  <a:pt x="1354918" y="1694764"/>
                  <a:pt x="1185451" y="1827331"/>
                  <a:pt x="980085" y="1828801"/>
                </a:cubicBezTo>
                <a:cubicBezTo>
                  <a:pt x="774719" y="1830271"/>
                  <a:pt x="565950" y="1741285"/>
                  <a:pt x="394467" y="1569802"/>
                </a:cubicBezTo>
                <a:cubicBezTo>
                  <a:pt x="222984" y="1398319"/>
                  <a:pt x="65686" y="1156914"/>
                  <a:pt x="65686" y="914400"/>
                </a:cubicBezTo>
                <a:lnTo>
                  <a:pt x="65686" y="914399"/>
                </a:lnTo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11000"/>
                </a:schemeClr>
              </a:gs>
              <a:gs pos="100000">
                <a:schemeClr val="accent1">
                  <a:alpha val="47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734324"/>
            <a:ext cx="7315199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2389717" y="1377281"/>
            <a:ext cx="7315199" cy="3584575"/>
          </a:xfrm>
          <a:solidFill>
            <a:schemeClr val="accent2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029200"/>
            <a:ext cx="7315199" cy="1143000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49AA4FD8-1A25-4026-8A2A-25C738BB5620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7FCD931F-0C49-4CD0-B07F-EA37D40CD0EA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6591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/>
          <p:cNvSpPr/>
          <p:nvPr/>
        </p:nvSpPr>
        <p:spPr>
          <a:xfrm rot="17818018" flipV="1">
            <a:off x="11167469" y="3191023"/>
            <a:ext cx="447092" cy="863178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tx2">
                  <a:lumMod val="60000"/>
                  <a:lumOff val="40000"/>
                  <a:alpha val="68000"/>
                </a:schemeClr>
              </a:gs>
              <a:gs pos="100000">
                <a:schemeClr val="tx2">
                  <a:lumMod val="20000"/>
                  <a:lumOff val="80000"/>
                  <a:alpha val="27000"/>
                </a:schemeClr>
              </a:gs>
            </a:gsLst>
            <a:lin ang="90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자유형: 도형 6"/>
          <p:cNvSpPr/>
          <p:nvPr/>
        </p:nvSpPr>
        <p:spPr>
          <a:xfrm rot="3498807">
            <a:off x="11196732" y="3799576"/>
            <a:ext cx="677408" cy="985586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483" h="875671">
                <a:moveTo>
                  <a:pt x="16669" y="458787"/>
                </a:moveTo>
                <a:cubicBezTo>
                  <a:pt x="16669" y="337530"/>
                  <a:pt x="10880" y="211698"/>
                  <a:pt x="74380" y="135498"/>
                </a:cubicBezTo>
                <a:cubicBezTo>
                  <a:pt x="137880" y="59298"/>
                  <a:pt x="295463" y="0"/>
                  <a:pt x="397670" y="1588"/>
                </a:cubicBezTo>
                <a:cubicBezTo>
                  <a:pt x="499877" y="3176"/>
                  <a:pt x="620153" y="71602"/>
                  <a:pt x="687622" y="145024"/>
                </a:cubicBezTo>
                <a:cubicBezTo>
                  <a:pt x="755091" y="218446"/>
                  <a:pt x="802483" y="320863"/>
                  <a:pt x="802482" y="442120"/>
                </a:cubicBezTo>
                <a:cubicBezTo>
                  <a:pt x="802482" y="563377"/>
                  <a:pt x="733907" y="667196"/>
                  <a:pt x="667232" y="738237"/>
                </a:cubicBezTo>
                <a:cubicBezTo>
                  <a:pt x="600557" y="809278"/>
                  <a:pt x="501240" y="861057"/>
                  <a:pt x="402432" y="868364"/>
                </a:cubicBezTo>
                <a:cubicBezTo>
                  <a:pt x="303624" y="875671"/>
                  <a:pt x="141452" y="829703"/>
                  <a:pt x="74380" y="782078"/>
                </a:cubicBezTo>
                <a:cubicBezTo>
                  <a:pt x="7308" y="734453"/>
                  <a:pt x="0" y="703871"/>
                  <a:pt x="1" y="582614"/>
                </a:cubicBezTo>
                <a:cubicBezTo>
                  <a:pt x="1" y="582613"/>
                  <a:pt x="16669" y="458788"/>
                  <a:pt x="16669" y="458787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94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42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8" name="자유형: 도형 7"/>
          <p:cNvSpPr/>
          <p:nvPr/>
        </p:nvSpPr>
        <p:spPr>
          <a:xfrm rot="2152626" flipH="1" flipV="1">
            <a:off x="-1184304" y="-84071"/>
            <a:ext cx="3810967" cy="3289000"/>
          </a:xfrm>
          <a:custGeom>
            <a:avLst/>
            <a:gdLst>
              <a:gd name="connsiteX0" fmla="*/ 2239997 w 2438400"/>
              <a:gd name="connsiteY0" fmla="*/ 1885851 h 2438400"/>
              <a:gd name="connsiteX1" fmla="*/ 753688 w 2438400"/>
              <a:gd name="connsiteY1" fmla="*/ 2346031 h 2438400"/>
              <a:gd name="connsiteX2" fmla="*/ 25529 w 2438400"/>
              <a:gd name="connsiteY2" fmla="*/ 971016 h 2438400"/>
              <a:gd name="connsiteX3" fmla="*/ 1241425 w 2438400"/>
              <a:gd name="connsiteY3" fmla="*/ 203 h 2438400"/>
              <a:gd name="connsiteX4" fmla="*/ 2239997 w 2438400"/>
              <a:gd name="connsiteY4" fmla="*/ 1885851 h 2438400"/>
              <a:gd name="connsiteX0" fmla="*/ 2202582 w 2202582"/>
              <a:gd name="connsiteY0" fmla="*/ 1896331 h 2509981"/>
              <a:gd name="connsiteX1" fmla="*/ 716273 w 2202582"/>
              <a:gd name="connsiteY1" fmla="*/ 2356511 h 2509981"/>
              <a:gd name="connsiteX2" fmla="*/ 119298 w 2202582"/>
              <a:gd name="connsiteY2" fmla="*/ 975512 h 2509981"/>
              <a:gd name="connsiteX3" fmla="*/ 1204010 w 2202582"/>
              <a:gd name="connsiteY3" fmla="*/ 10683 h 2509981"/>
              <a:gd name="connsiteX4" fmla="*/ 2202582 w 2202582"/>
              <a:gd name="connsiteY4" fmla="*/ 1896331 h 2509981"/>
              <a:gd name="connsiteX0" fmla="*/ 2149914 w 2149914"/>
              <a:gd name="connsiteY0" fmla="*/ 1896331 h 2387008"/>
              <a:gd name="connsiteX1" fmla="*/ 751562 w 2149914"/>
              <a:gd name="connsiteY1" fmla="*/ 2207311 h 2387008"/>
              <a:gd name="connsiteX2" fmla="*/ 66630 w 2149914"/>
              <a:gd name="connsiteY2" fmla="*/ 975512 h 2387008"/>
              <a:gd name="connsiteX3" fmla="*/ 1151342 w 2149914"/>
              <a:gd name="connsiteY3" fmla="*/ 10683 h 2387008"/>
              <a:gd name="connsiteX4" fmla="*/ 2149914 w 2149914"/>
              <a:gd name="connsiteY4" fmla="*/ 1896331 h 2387008"/>
              <a:gd name="connsiteX0" fmla="*/ 2109184 w 2109184"/>
              <a:gd name="connsiteY0" fmla="*/ 1896331 h 2387008"/>
              <a:gd name="connsiteX1" fmla="*/ 955211 w 2109184"/>
              <a:gd name="connsiteY1" fmla="*/ 2037418 h 2387008"/>
              <a:gd name="connsiteX2" fmla="*/ 25900 w 2109184"/>
              <a:gd name="connsiteY2" fmla="*/ 975512 h 2387008"/>
              <a:gd name="connsiteX3" fmla="*/ 1110612 w 2109184"/>
              <a:gd name="connsiteY3" fmla="*/ 10683 h 2387008"/>
              <a:gd name="connsiteX4" fmla="*/ 2109184 w 2109184"/>
              <a:gd name="connsiteY4" fmla="*/ 1896331 h 2387008"/>
              <a:gd name="connsiteX0" fmla="*/ 1584521 w 1584521"/>
              <a:gd name="connsiteY0" fmla="*/ 1896331 h 2387008"/>
              <a:gd name="connsiteX1" fmla="*/ 430548 w 1584521"/>
              <a:gd name="connsiteY1" fmla="*/ 2037418 h 2387008"/>
              <a:gd name="connsiteX2" fmla="*/ 41167 w 1584521"/>
              <a:gd name="connsiteY2" fmla="*/ 796374 h 2387008"/>
              <a:gd name="connsiteX3" fmla="*/ 585949 w 1584521"/>
              <a:gd name="connsiteY3" fmla="*/ 10683 h 2387008"/>
              <a:gd name="connsiteX4" fmla="*/ 1584521 w 1584521"/>
              <a:gd name="connsiteY4" fmla="*/ 1896331 h 238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521" h="2387008">
                <a:moveTo>
                  <a:pt x="1584521" y="1896331"/>
                </a:moveTo>
                <a:cubicBezTo>
                  <a:pt x="1264075" y="2387008"/>
                  <a:pt x="687774" y="2220744"/>
                  <a:pt x="430548" y="2037418"/>
                </a:cubicBezTo>
                <a:cubicBezTo>
                  <a:pt x="173322" y="1854092"/>
                  <a:pt x="15267" y="1134163"/>
                  <a:pt x="41167" y="796374"/>
                </a:cubicBezTo>
                <a:cubicBezTo>
                  <a:pt x="67067" y="458585"/>
                  <a:pt x="0" y="0"/>
                  <a:pt x="585949" y="10683"/>
                </a:cubicBezTo>
                <a:lnTo>
                  <a:pt x="1584521" y="1896331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1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98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자유형: 도형 8"/>
          <p:cNvSpPr/>
          <p:nvPr/>
        </p:nvSpPr>
        <p:spPr>
          <a:xfrm rot="19473186" flipV="1">
            <a:off x="10958370" y="4967089"/>
            <a:ext cx="1889898" cy="1631049"/>
          </a:xfrm>
          <a:custGeom>
            <a:avLst/>
            <a:gdLst>
              <a:gd name="connsiteX0" fmla="*/ 2239997 w 2438400"/>
              <a:gd name="connsiteY0" fmla="*/ 1885851 h 2438400"/>
              <a:gd name="connsiteX1" fmla="*/ 753688 w 2438400"/>
              <a:gd name="connsiteY1" fmla="*/ 2346031 h 2438400"/>
              <a:gd name="connsiteX2" fmla="*/ 25529 w 2438400"/>
              <a:gd name="connsiteY2" fmla="*/ 971016 h 2438400"/>
              <a:gd name="connsiteX3" fmla="*/ 1241425 w 2438400"/>
              <a:gd name="connsiteY3" fmla="*/ 203 h 2438400"/>
              <a:gd name="connsiteX4" fmla="*/ 2239997 w 2438400"/>
              <a:gd name="connsiteY4" fmla="*/ 1885851 h 2438400"/>
              <a:gd name="connsiteX0" fmla="*/ 2202582 w 2202582"/>
              <a:gd name="connsiteY0" fmla="*/ 1896331 h 2509981"/>
              <a:gd name="connsiteX1" fmla="*/ 716273 w 2202582"/>
              <a:gd name="connsiteY1" fmla="*/ 2356511 h 2509981"/>
              <a:gd name="connsiteX2" fmla="*/ 119298 w 2202582"/>
              <a:gd name="connsiteY2" fmla="*/ 975512 h 2509981"/>
              <a:gd name="connsiteX3" fmla="*/ 1204010 w 2202582"/>
              <a:gd name="connsiteY3" fmla="*/ 10683 h 2509981"/>
              <a:gd name="connsiteX4" fmla="*/ 2202582 w 2202582"/>
              <a:gd name="connsiteY4" fmla="*/ 1896331 h 2509981"/>
              <a:gd name="connsiteX0" fmla="*/ 2149914 w 2149914"/>
              <a:gd name="connsiteY0" fmla="*/ 1896331 h 2387008"/>
              <a:gd name="connsiteX1" fmla="*/ 751562 w 2149914"/>
              <a:gd name="connsiteY1" fmla="*/ 2207311 h 2387008"/>
              <a:gd name="connsiteX2" fmla="*/ 66630 w 2149914"/>
              <a:gd name="connsiteY2" fmla="*/ 975512 h 2387008"/>
              <a:gd name="connsiteX3" fmla="*/ 1151342 w 2149914"/>
              <a:gd name="connsiteY3" fmla="*/ 10683 h 2387008"/>
              <a:gd name="connsiteX4" fmla="*/ 2149914 w 2149914"/>
              <a:gd name="connsiteY4" fmla="*/ 1896331 h 2387008"/>
              <a:gd name="connsiteX0" fmla="*/ 2109184 w 2109184"/>
              <a:gd name="connsiteY0" fmla="*/ 1896331 h 2387008"/>
              <a:gd name="connsiteX1" fmla="*/ 955211 w 2109184"/>
              <a:gd name="connsiteY1" fmla="*/ 2037418 h 2387008"/>
              <a:gd name="connsiteX2" fmla="*/ 25900 w 2109184"/>
              <a:gd name="connsiteY2" fmla="*/ 975512 h 2387008"/>
              <a:gd name="connsiteX3" fmla="*/ 1110612 w 2109184"/>
              <a:gd name="connsiteY3" fmla="*/ 10683 h 2387008"/>
              <a:gd name="connsiteX4" fmla="*/ 2109184 w 2109184"/>
              <a:gd name="connsiteY4" fmla="*/ 1896331 h 2387008"/>
              <a:gd name="connsiteX0" fmla="*/ 1584521 w 1584521"/>
              <a:gd name="connsiteY0" fmla="*/ 1896331 h 2387008"/>
              <a:gd name="connsiteX1" fmla="*/ 430548 w 1584521"/>
              <a:gd name="connsiteY1" fmla="*/ 2037418 h 2387008"/>
              <a:gd name="connsiteX2" fmla="*/ 41167 w 1584521"/>
              <a:gd name="connsiteY2" fmla="*/ 796374 h 2387008"/>
              <a:gd name="connsiteX3" fmla="*/ 585949 w 1584521"/>
              <a:gd name="connsiteY3" fmla="*/ 10683 h 2387008"/>
              <a:gd name="connsiteX4" fmla="*/ 1584521 w 1584521"/>
              <a:gd name="connsiteY4" fmla="*/ 1896331 h 238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521" h="2387008">
                <a:moveTo>
                  <a:pt x="1584521" y="1896331"/>
                </a:moveTo>
                <a:cubicBezTo>
                  <a:pt x="1264075" y="2387008"/>
                  <a:pt x="687774" y="2220744"/>
                  <a:pt x="430548" y="2037418"/>
                </a:cubicBezTo>
                <a:cubicBezTo>
                  <a:pt x="173322" y="1854092"/>
                  <a:pt x="15267" y="1134163"/>
                  <a:pt x="41167" y="796374"/>
                </a:cubicBezTo>
                <a:cubicBezTo>
                  <a:pt x="67067" y="458585"/>
                  <a:pt x="0" y="0"/>
                  <a:pt x="585949" y="10683"/>
                </a:cubicBezTo>
                <a:lnTo>
                  <a:pt x="1584521" y="1896331"/>
                </a:lnTo>
              </a:path>
            </a:pathLst>
          </a:custGeom>
          <a:gradFill>
            <a:gsLst>
              <a:gs pos="0">
                <a:schemeClr val="bg2">
                  <a:alpha val="59000"/>
                </a:schemeClr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0" name="자유형: 도형 9"/>
          <p:cNvSpPr/>
          <p:nvPr/>
        </p:nvSpPr>
        <p:spPr>
          <a:xfrm rot="14524539" flipV="1">
            <a:off x="1002262" y="-966509"/>
            <a:ext cx="2149914" cy="3182677"/>
          </a:xfrm>
          <a:custGeom>
            <a:avLst/>
            <a:gdLst>
              <a:gd name="connsiteX0" fmla="*/ 2239997 w 2438400"/>
              <a:gd name="connsiteY0" fmla="*/ 1885851 h 2438400"/>
              <a:gd name="connsiteX1" fmla="*/ 753688 w 2438400"/>
              <a:gd name="connsiteY1" fmla="*/ 2346031 h 2438400"/>
              <a:gd name="connsiteX2" fmla="*/ 25529 w 2438400"/>
              <a:gd name="connsiteY2" fmla="*/ 971016 h 2438400"/>
              <a:gd name="connsiteX3" fmla="*/ 1241425 w 2438400"/>
              <a:gd name="connsiteY3" fmla="*/ 203 h 2438400"/>
              <a:gd name="connsiteX4" fmla="*/ 2239997 w 2438400"/>
              <a:gd name="connsiteY4" fmla="*/ 1885851 h 2438400"/>
              <a:gd name="connsiteX0" fmla="*/ 2202582 w 2202582"/>
              <a:gd name="connsiteY0" fmla="*/ 1896331 h 2509981"/>
              <a:gd name="connsiteX1" fmla="*/ 716273 w 2202582"/>
              <a:gd name="connsiteY1" fmla="*/ 2356511 h 2509981"/>
              <a:gd name="connsiteX2" fmla="*/ 119298 w 2202582"/>
              <a:gd name="connsiteY2" fmla="*/ 975512 h 2509981"/>
              <a:gd name="connsiteX3" fmla="*/ 1204010 w 2202582"/>
              <a:gd name="connsiteY3" fmla="*/ 10683 h 2509981"/>
              <a:gd name="connsiteX4" fmla="*/ 2202582 w 2202582"/>
              <a:gd name="connsiteY4" fmla="*/ 1896331 h 2509981"/>
              <a:gd name="connsiteX0" fmla="*/ 2149914 w 2149914"/>
              <a:gd name="connsiteY0" fmla="*/ 1896331 h 2387008"/>
              <a:gd name="connsiteX1" fmla="*/ 751562 w 2149914"/>
              <a:gd name="connsiteY1" fmla="*/ 2207311 h 2387008"/>
              <a:gd name="connsiteX2" fmla="*/ 66630 w 2149914"/>
              <a:gd name="connsiteY2" fmla="*/ 975512 h 2387008"/>
              <a:gd name="connsiteX3" fmla="*/ 1151342 w 2149914"/>
              <a:gd name="connsiteY3" fmla="*/ 10683 h 2387008"/>
              <a:gd name="connsiteX4" fmla="*/ 2149914 w 2149914"/>
              <a:gd name="connsiteY4" fmla="*/ 1896331 h 238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9914" h="2387008">
                <a:moveTo>
                  <a:pt x="2149914" y="1896331"/>
                </a:moveTo>
                <a:cubicBezTo>
                  <a:pt x="1829468" y="2387008"/>
                  <a:pt x="1098776" y="2360781"/>
                  <a:pt x="751562" y="2207311"/>
                </a:cubicBezTo>
                <a:cubicBezTo>
                  <a:pt x="404348" y="2053841"/>
                  <a:pt x="0" y="1341617"/>
                  <a:pt x="66630" y="975512"/>
                </a:cubicBezTo>
                <a:cubicBezTo>
                  <a:pt x="133260" y="609407"/>
                  <a:pt x="565393" y="0"/>
                  <a:pt x="1151342" y="10683"/>
                </a:cubicBezTo>
                <a:lnTo>
                  <a:pt x="2149914" y="1896331"/>
                </a:lnTo>
              </a:path>
            </a:pathLst>
          </a:custGeom>
          <a:gradFill>
            <a:gsLst>
              <a:gs pos="0">
                <a:schemeClr val="bg2">
                  <a:alpha val="41000"/>
                </a:schemeClr>
              </a:gs>
              <a:gs pos="100000">
                <a:schemeClr val="bg2">
                  <a:lumMod val="75000"/>
                  <a:alpha val="71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pic>
        <p:nvPicPr>
          <p:cNvPr id="11" name="그림 10" descr="상단터치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0" y="0"/>
            <a:ext cx="12191999" cy="35242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2" name="자유형: 도형 11"/>
          <p:cNvSpPr/>
          <p:nvPr/>
        </p:nvSpPr>
        <p:spPr>
          <a:xfrm rot="13126932" flipH="1" flipV="1">
            <a:off x="11515602" y="4440722"/>
            <a:ext cx="1104289" cy="953041"/>
          </a:xfrm>
          <a:custGeom>
            <a:avLst/>
            <a:gdLst>
              <a:gd name="connsiteX0" fmla="*/ 2239997 w 2438400"/>
              <a:gd name="connsiteY0" fmla="*/ 1885851 h 2438400"/>
              <a:gd name="connsiteX1" fmla="*/ 753688 w 2438400"/>
              <a:gd name="connsiteY1" fmla="*/ 2346031 h 2438400"/>
              <a:gd name="connsiteX2" fmla="*/ 25529 w 2438400"/>
              <a:gd name="connsiteY2" fmla="*/ 971016 h 2438400"/>
              <a:gd name="connsiteX3" fmla="*/ 1241425 w 2438400"/>
              <a:gd name="connsiteY3" fmla="*/ 203 h 2438400"/>
              <a:gd name="connsiteX4" fmla="*/ 2239997 w 2438400"/>
              <a:gd name="connsiteY4" fmla="*/ 1885851 h 2438400"/>
              <a:gd name="connsiteX0" fmla="*/ 2202582 w 2202582"/>
              <a:gd name="connsiteY0" fmla="*/ 1896331 h 2509981"/>
              <a:gd name="connsiteX1" fmla="*/ 716273 w 2202582"/>
              <a:gd name="connsiteY1" fmla="*/ 2356511 h 2509981"/>
              <a:gd name="connsiteX2" fmla="*/ 119298 w 2202582"/>
              <a:gd name="connsiteY2" fmla="*/ 975512 h 2509981"/>
              <a:gd name="connsiteX3" fmla="*/ 1204010 w 2202582"/>
              <a:gd name="connsiteY3" fmla="*/ 10683 h 2509981"/>
              <a:gd name="connsiteX4" fmla="*/ 2202582 w 2202582"/>
              <a:gd name="connsiteY4" fmla="*/ 1896331 h 2509981"/>
              <a:gd name="connsiteX0" fmla="*/ 2149914 w 2149914"/>
              <a:gd name="connsiteY0" fmla="*/ 1896331 h 2387008"/>
              <a:gd name="connsiteX1" fmla="*/ 751562 w 2149914"/>
              <a:gd name="connsiteY1" fmla="*/ 2207311 h 2387008"/>
              <a:gd name="connsiteX2" fmla="*/ 66630 w 2149914"/>
              <a:gd name="connsiteY2" fmla="*/ 975512 h 2387008"/>
              <a:gd name="connsiteX3" fmla="*/ 1151342 w 2149914"/>
              <a:gd name="connsiteY3" fmla="*/ 10683 h 2387008"/>
              <a:gd name="connsiteX4" fmla="*/ 2149914 w 2149914"/>
              <a:gd name="connsiteY4" fmla="*/ 1896331 h 2387008"/>
              <a:gd name="connsiteX0" fmla="*/ 2109184 w 2109184"/>
              <a:gd name="connsiteY0" fmla="*/ 1896331 h 2387008"/>
              <a:gd name="connsiteX1" fmla="*/ 955211 w 2109184"/>
              <a:gd name="connsiteY1" fmla="*/ 2037418 h 2387008"/>
              <a:gd name="connsiteX2" fmla="*/ 25900 w 2109184"/>
              <a:gd name="connsiteY2" fmla="*/ 975512 h 2387008"/>
              <a:gd name="connsiteX3" fmla="*/ 1110612 w 2109184"/>
              <a:gd name="connsiteY3" fmla="*/ 10683 h 2387008"/>
              <a:gd name="connsiteX4" fmla="*/ 2109184 w 2109184"/>
              <a:gd name="connsiteY4" fmla="*/ 1896331 h 2387008"/>
              <a:gd name="connsiteX0" fmla="*/ 1584521 w 1584521"/>
              <a:gd name="connsiteY0" fmla="*/ 1896331 h 2387008"/>
              <a:gd name="connsiteX1" fmla="*/ 430548 w 1584521"/>
              <a:gd name="connsiteY1" fmla="*/ 2037418 h 2387008"/>
              <a:gd name="connsiteX2" fmla="*/ 41167 w 1584521"/>
              <a:gd name="connsiteY2" fmla="*/ 796374 h 2387008"/>
              <a:gd name="connsiteX3" fmla="*/ 585949 w 1584521"/>
              <a:gd name="connsiteY3" fmla="*/ 10683 h 2387008"/>
              <a:gd name="connsiteX4" fmla="*/ 1584521 w 1584521"/>
              <a:gd name="connsiteY4" fmla="*/ 1896331 h 238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521" h="2387008">
                <a:moveTo>
                  <a:pt x="1584521" y="1896331"/>
                </a:moveTo>
                <a:cubicBezTo>
                  <a:pt x="1264075" y="2387008"/>
                  <a:pt x="687774" y="2220744"/>
                  <a:pt x="430548" y="2037418"/>
                </a:cubicBezTo>
                <a:cubicBezTo>
                  <a:pt x="173322" y="1854092"/>
                  <a:pt x="15267" y="1134163"/>
                  <a:pt x="41167" y="796374"/>
                </a:cubicBezTo>
                <a:cubicBezTo>
                  <a:pt x="67067" y="458585"/>
                  <a:pt x="0" y="0"/>
                  <a:pt x="585949" y="10683"/>
                </a:cubicBezTo>
                <a:lnTo>
                  <a:pt x="1584521" y="1896331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83000"/>
                </a:schemeClr>
              </a:gs>
              <a:gs pos="100000">
                <a:schemeClr val="accent1">
                  <a:lumMod val="40000"/>
                  <a:lumOff val="60000"/>
                  <a:alpha val="35000"/>
                </a:schemeClr>
              </a:gs>
            </a:gsLst>
            <a:lin ang="198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9599" y="2677886"/>
            <a:ext cx="10972799" cy="1568898"/>
          </a:xfrm>
        </p:spPr>
        <p:txBody>
          <a:bodyPr/>
          <a:lstStyle>
            <a:lvl1pPr algn="ctr">
              <a:defRPr sz="5400">
                <a:solidFill>
                  <a:schemeClr val="accent5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44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59427" y="1000108"/>
            <a:ext cx="8273143" cy="9239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1971250" y="2286000"/>
            <a:ext cx="8275199" cy="342900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7017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956799" y="274638"/>
            <a:ext cx="16255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9129485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38B5ADD-133D-4FE1-AF97-1CF32717E8F2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F4ECA57-1034-4446-8203-94D9C1DE2B47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54564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231033"/>
      </p:ext>
    </p:extLst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15" Type="http://schemas.openxmlformats.org/officeDocument/2006/relationships/image" Target="../media/image2.png"  /><Relationship Id="rId16" Type="http://schemas.openxmlformats.org/officeDocument/2006/relationships/image" Target="../media/image1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그림 1026" descr="상단터치"/>
          <p:cNvPicPr>
            <a:picLocks noChangeAspect="1" noChangeArrowheads="1"/>
          </p:cNvPicPr>
          <p:nvPr/>
        </p:nvPicPr>
        <p:blipFill rotWithShape="1">
          <a:blip r:embed="rId15">
            <a:alphaModFix/>
            <a:lum/>
          </a:blip>
          <a:srcRect/>
          <a:stretch>
            <a:fillRect/>
          </a:stretch>
        </p:blipFill>
        <p:spPr>
          <a:xfrm>
            <a:off x="0" y="0"/>
            <a:ext cx="12191999" cy="35242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6" name="그림 1025" descr="라인"/>
          <p:cNvPicPr>
            <a:picLocks noChangeAspect="1" noChangeArrowheads="1"/>
          </p:cNvPicPr>
          <p:nvPr/>
        </p:nvPicPr>
        <p:blipFill rotWithShape="1">
          <a:blip r:embed="rId16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p:blipFill>
        <p:spPr>
          <a:xfrm>
            <a:off x="0" y="6486525"/>
            <a:ext cx="12191999" cy="3714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3" name="자유형: 도형 12"/>
          <p:cNvSpPr/>
          <p:nvPr/>
        </p:nvSpPr>
        <p:spPr>
          <a:xfrm rot="11550499">
            <a:off x="10498755" y="304800"/>
            <a:ext cx="1448154" cy="1049303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0 w 1828800"/>
              <a:gd name="connsiteY0" fmla="*/ 914399 h 1828802"/>
              <a:gd name="connsiteX1" fmla="*/ 267822 w 1828800"/>
              <a:gd name="connsiteY1" fmla="*/ 267821 h 1828802"/>
              <a:gd name="connsiteX2" fmla="*/ 914401 w 1828800"/>
              <a:gd name="connsiteY2" fmla="*/ 0 h 1828802"/>
              <a:gd name="connsiteX3" fmla="*/ 1560979 w 1828800"/>
              <a:gd name="connsiteY3" fmla="*/ 267822 h 1828802"/>
              <a:gd name="connsiteX4" fmla="*/ 1828800 w 1828800"/>
              <a:gd name="connsiteY4" fmla="*/ 914401 h 1828802"/>
              <a:gd name="connsiteX5" fmla="*/ 1560978 w 1828800"/>
              <a:gd name="connsiteY5" fmla="*/ 1560980 h 1828802"/>
              <a:gd name="connsiteX6" fmla="*/ 914399 w 1828800"/>
              <a:gd name="connsiteY6" fmla="*/ 1828801 h 1828802"/>
              <a:gd name="connsiteX7" fmla="*/ 267821 w 1828800"/>
              <a:gd name="connsiteY7" fmla="*/ 1560979 h 1828802"/>
              <a:gd name="connsiteX8" fmla="*/ 0 w 1828800"/>
              <a:gd name="connsiteY8" fmla="*/ 914400 h 1828802"/>
              <a:gd name="connsiteX9" fmla="*/ 0 w 1828800"/>
              <a:gd name="connsiteY9" fmla="*/ 914399 h 1828802"/>
              <a:gd name="connsiteX0" fmla="*/ 65686 w 1894486"/>
              <a:gd name="connsiteY0" fmla="*/ 914399 h 1828802"/>
              <a:gd name="connsiteX1" fmla="*/ 333508 w 1894486"/>
              <a:gd name="connsiteY1" fmla="*/ 267821 h 1828802"/>
              <a:gd name="connsiteX2" fmla="*/ 980087 w 1894486"/>
              <a:gd name="connsiteY2" fmla="*/ 0 h 1828802"/>
              <a:gd name="connsiteX3" fmla="*/ 1626665 w 1894486"/>
              <a:gd name="connsiteY3" fmla="*/ 267822 h 1828802"/>
              <a:gd name="connsiteX4" fmla="*/ 1894486 w 1894486"/>
              <a:gd name="connsiteY4" fmla="*/ 914401 h 1828802"/>
              <a:gd name="connsiteX5" fmla="*/ 1626664 w 1894486"/>
              <a:gd name="connsiteY5" fmla="*/ 1560980 h 1828802"/>
              <a:gd name="connsiteX6" fmla="*/ 980085 w 1894486"/>
              <a:gd name="connsiteY6" fmla="*/ 1828801 h 1828802"/>
              <a:gd name="connsiteX7" fmla="*/ 333507 w 1894486"/>
              <a:gd name="connsiteY7" fmla="*/ 1560979 h 1828802"/>
              <a:gd name="connsiteX8" fmla="*/ 65686 w 1894486"/>
              <a:gd name="connsiteY8" fmla="*/ 914400 h 1828802"/>
              <a:gd name="connsiteX9" fmla="*/ 65686 w 1894486"/>
              <a:gd name="connsiteY9" fmla="*/ 914399 h 1828802"/>
              <a:gd name="connsiteX0" fmla="*/ 65686 w 1894486"/>
              <a:gd name="connsiteY0" fmla="*/ 914399 h 1854201"/>
              <a:gd name="connsiteX1" fmla="*/ 333508 w 1894486"/>
              <a:gd name="connsiteY1" fmla="*/ 267821 h 1854201"/>
              <a:gd name="connsiteX2" fmla="*/ 980087 w 1894486"/>
              <a:gd name="connsiteY2" fmla="*/ 0 h 1854201"/>
              <a:gd name="connsiteX3" fmla="*/ 1626665 w 1894486"/>
              <a:gd name="connsiteY3" fmla="*/ 267822 h 1854201"/>
              <a:gd name="connsiteX4" fmla="*/ 1894486 w 1894486"/>
              <a:gd name="connsiteY4" fmla="*/ 914401 h 1854201"/>
              <a:gd name="connsiteX5" fmla="*/ 1626664 w 1894486"/>
              <a:gd name="connsiteY5" fmla="*/ 1560980 h 1854201"/>
              <a:gd name="connsiteX6" fmla="*/ 980085 w 1894486"/>
              <a:gd name="connsiteY6" fmla="*/ 1828801 h 1854201"/>
              <a:gd name="connsiteX7" fmla="*/ 333507 w 1894486"/>
              <a:gd name="connsiteY7" fmla="*/ 1408579 h 1854201"/>
              <a:gd name="connsiteX8" fmla="*/ 65686 w 1894486"/>
              <a:gd name="connsiteY8" fmla="*/ 914400 h 1854201"/>
              <a:gd name="connsiteX9" fmla="*/ 65686 w 1894486"/>
              <a:gd name="connsiteY9" fmla="*/ 914399 h 1854201"/>
              <a:gd name="connsiteX0" fmla="*/ 65686 w 1894486"/>
              <a:gd name="connsiteY0" fmla="*/ 914399 h 1830271"/>
              <a:gd name="connsiteX1" fmla="*/ 333508 w 1894486"/>
              <a:gd name="connsiteY1" fmla="*/ 267821 h 1830271"/>
              <a:gd name="connsiteX2" fmla="*/ 980087 w 1894486"/>
              <a:gd name="connsiteY2" fmla="*/ 0 h 1830271"/>
              <a:gd name="connsiteX3" fmla="*/ 1626665 w 1894486"/>
              <a:gd name="connsiteY3" fmla="*/ 267822 h 1830271"/>
              <a:gd name="connsiteX4" fmla="*/ 1894486 w 1894486"/>
              <a:gd name="connsiteY4" fmla="*/ 914401 h 1830271"/>
              <a:gd name="connsiteX5" fmla="*/ 1626664 w 1894486"/>
              <a:gd name="connsiteY5" fmla="*/ 1560980 h 1830271"/>
              <a:gd name="connsiteX6" fmla="*/ 980085 w 1894486"/>
              <a:gd name="connsiteY6" fmla="*/ 1828801 h 1830271"/>
              <a:gd name="connsiteX7" fmla="*/ 394467 w 1894486"/>
              <a:gd name="connsiteY7" fmla="*/ 1569802 h 1830271"/>
              <a:gd name="connsiteX8" fmla="*/ 65686 w 1894486"/>
              <a:gd name="connsiteY8" fmla="*/ 914400 h 1830271"/>
              <a:gd name="connsiteX9" fmla="*/ 65686 w 1894486"/>
              <a:gd name="connsiteY9" fmla="*/ 914399 h 18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4486" h="1830271">
                <a:moveTo>
                  <a:pt x="65686" y="914399"/>
                </a:moveTo>
                <a:cubicBezTo>
                  <a:pt x="65686" y="671885"/>
                  <a:pt x="0" y="551599"/>
                  <a:pt x="333508" y="267821"/>
                </a:cubicBezTo>
                <a:cubicBezTo>
                  <a:pt x="504992" y="96338"/>
                  <a:pt x="737573" y="0"/>
                  <a:pt x="980087" y="0"/>
                </a:cubicBezTo>
                <a:cubicBezTo>
                  <a:pt x="1222601" y="0"/>
                  <a:pt x="1455182" y="96339"/>
                  <a:pt x="1626665" y="267822"/>
                </a:cubicBezTo>
                <a:cubicBezTo>
                  <a:pt x="1769272" y="522725"/>
                  <a:pt x="1894486" y="671887"/>
                  <a:pt x="1894486" y="914401"/>
                </a:cubicBezTo>
                <a:cubicBezTo>
                  <a:pt x="1894486" y="1156915"/>
                  <a:pt x="1798148" y="1389496"/>
                  <a:pt x="1626664" y="1560980"/>
                </a:cubicBezTo>
                <a:cubicBezTo>
                  <a:pt x="1354918" y="1694764"/>
                  <a:pt x="1185451" y="1827331"/>
                  <a:pt x="980085" y="1828801"/>
                </a:cubicBezTo>
                <a:cubicBezTo>
                  <a:pt x="774719" y="1830271"/>
                  <a:pt x="565950" y="1741285"/>
                  <a:pt x="394467" y="1569802"/>
                </a:cubicBezTo>
                <a:cubicBezTo>
                  <a:pt x="222984" y="1398319"/>
                  <a:pt x="65686" y="1156914"/>
                  <a:pt x="65686" y="914400"/>
                </a:cubicBezTo>
                <a:lnTo>
                  <a:pt x="65686" y="914399"/>
                </a:lnTo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  <a:alpha val="58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자유형: 도형 13"/>
          <p:cNvSpPr/>
          <p:nvPr/>
        </p:nvSpPr>
        <p:spPr>
          <a:xfrm rot="2085274" flipH="1">
            <a:off x="11373920" y="475484"/>
            <a:ext cx="818078" cy="713339"/>
          </a:xfrm>
          <a:custGeom>
            <a:avLst/>
            <a:gdLst>
              <a:gd name="connsiteX0" fmla="*/ 0 w 914400"/>
              <a:gd name="connsiteY0" fmla="*/ 457200 h 914400"/>
              <a:gd name="connsiteX1" fmla="*/ 133911 w 914400"/>
              <a:gd name="connsiteY1" fmla="*/ 133911 h 914400"/>
              <a:gd name="connsiteX2" fmla="*/ 457201 w 914400"/>
              <a:gd name="connsiteY2" fmla="*/ 1 h 914400"/>
              <a:gd name="connsiteX3" fmla="*/ 780490 w 914400"/>
              <a:gd name="connsiteY3" fmla="*/ 133912 h 914400"/>
              <a:gd name="connsiteX4" fmla="*/ 914400 w 914400"/>
              <a:gd name="connsiteY4" fmla="*/ 457202 h 914400"/>
              <a:gd name="connsiteX5" fmla="*/ 780489 w 914400"/>
              <a:gd name="connsiteY5" fmla="*/ 780491 h 914400"/>
              <a:gd name="connsiteX6" fmla="*/ 457200 w 914400"/>
              <a:gd name="connsiteY6" fmla="*/ 914402 h 914400"/>
              <a:gd name="connsiteX7" fmla="*/ 133911 w 914400"/>
              <a:gd name="connsiteY7" fmla="*/ 780491 h 914400"/>
              <a:gd name="connsiteX8" fmla="*/ 1 w 914400"/>
              <a:gd name="connsiteY8" fmla="*/ 457202 h 914400"/>
              <a:gd name="connsiteX9" fmla="*/ 0 w 914400"/>
              <a:gd name="connsiteY9" fmla="*/ 457200 h 914400"/>
              <a:gd name="connsiteX0" fmla="*/ 76200 w 914401"/>
              <a:gd name="connsiteY0" fmla="*/ 457200 h 914402"/>
              <a:gd name="connsiteX1" fmla="*/ 133911 w 914401"/>
              <a:gd name="connsiteY1" fmla="*/ 133911 h 914402"/>
              <a:gd name="connsiteX2" fmla="*/ 457201 w 914401"/>
              <a:gd name="connsiteY2" fmla="*/ 1 h 914402"/>
              <a:gd name="connsiteX3" fmla="*/ 780490 w 914401"/>
              <a:gd name="connsiteY3" fmla="*/ 133912 h 914402"/>
              <a:gd name="connsiteX4" fmla="*/ 914400 w 914401"/>
              <a:gd name="connsiteY4" fmla="*/ 457202 h 914402"/>
              <a:gd name="connsiteX5" fmla="*/ 780489 w 914401"/>
              <a:gd name="connsiteY5" fmla="*/ 780491 h 914402"/>
              <a:gd name="connsiteX6" fmla="*/ 457200 w 914401"/>
              <a:gd name="connsiteY6" fmla="*/ 914402 h 914402"/>
              <a:gd name="connsiteX7" fmla="*/ 133911 w 914401"/>
              <a:gd name="connsiteY7" fmla="*/ 780491 h 914402"/>
              <a:gd name="connsiteX8" fmla="*/ 1 w 914401"/>
              <a:gd name="connsiteY8" fmla="*/ 457202 h 914402"/>
              <a:gd name="connsiteX9" fmla="*/ 76200 w 914401"/>
              <a:gd name="connsiteY9" fmla="*/ 457200 h 914402"/>
              <a:gd name="connsiteX0" fmla="*/ 16669 w 854870"/>
              <a:gd name="connsiteY0" fmla="*/ 457200 h 914402"/>
              <a:gd name="connsiteX1" fmla="*/ 74380 w 854870"/>
              <a:gd name="connsiteY1" fmla="*/ 133911 h 914402"/>
              <a:gd name="connsiteX2" fmla="*/ 397670 w 854870"/>
              <a:gd name="connsiteY2" fmla="*/ 1 h 914402"/>
              <a:gd name="connsiteX3" fmla="*/ 720959 w 854870"/>
              <a:gd name="connsiteY3" fmla="*/ 133912 h 914402"/>
              <a:gd name="connsiteX4" fmla="*/ 854869 w 854870"/>
              <a:gd name="connsiteY4" fmla="*/ 457202 h 914402"/>
              <a:gd name="connsiteX5" fmla="*/ 720958 w 854870"/>
              <a:gd name="connsiteY5" fmla="*/ 780491 h 914402"/>
              <a:gd name="connsiteX6" fmla="*/ 397669 w 854870"/>
              <a:gd name="connsiteY6" fmla="*/ 914402 h 914402"/>
              <a:gd name="connsiteX7" fmla="*/ 74380 w 854870"/>
              <a:gd name="connsiteY7" fmla="*/ 780491 h 914402"/>
              <a:gd name="connsiteX8" fmla="*/ 1 w 854870"/>
              <a:gd name="connsiteY8" fmla="*/ 581027 h 914402"/>
              <a:gd name="connsiteX9" fmla="*/ 16669 w 854870"/>
              <a:gd name="connsiteY9" fmla="*/ 457200 h 914402"/>
              <a:gd name="connsiteX0" fmla="*/ 16669 w 854870"/>
              <a:gd name="connsiteY0" fmla="*/ 457200 h 866777"/>
              <a:gd name="connsiteX1" fmla="*/ 74380 w 854870"/>
              <a:gd name="connsiteY1" fmla="*/ 133911 h 866777"/>
              <a:gd name="connsiteX2" fmla="*/ 397670 w 854870"/>
              <a:gd name="connsiteY2" fmla="*/ 1 h 866777"/>
              <a:gd name="connsiteX3" fmla="*/ 720959 w 854870"/>
              <a:gd name="connsiteY3" fmla="*/ 133912 h 866777"/>
              <a:gd name="connsiteX4" fmla="*/ 854869 w 854870"/>
              <a:gd name="connsiteY4" fmla="*/ 457202 h 866777"/>
              <a:gd name="connsiteX5" fmla="*/ 720958 w 854870"/>
              <a:gd name="connsiteY5" fmla="*/ 780491 h 866777"/>
              <a:gd name="connsiteX6" fmla="*/ 402432 w 854870"/>
              <a:gd name="connsiteY6" fmla="*/ 866777 h 866777"/>
              <a:gd name="connsiteX7" fmla="*/ 74380 w 854870"/>
              <a:gd name="connsiteY7" fmla="*/ 780491 h 866777"/>
              <a:gd name="connsiteX8" fmla="*/ 1 w 854870"/>
              <a:gd name="connsiteY8" fmla="*/ 581027 h 866777"/>
              <a:gd name="connsiteX9" fmla="*/ 16669 w 854870"/>
              <a:gd name="connsiteY9" fmla="*/ 457200 h 866777"/>
              <a:gd name="connsiteX0" fmla="*/ 16669 w 802483"/>
              <a:gd name="connsiteY0" fmla="*/ 457200 h 866777"/>
              <a:gd name="connsiteX1" fmla="*/ 74380 w 802483"/>
              <a:gd name="connsiteY1" fmla="*/ 133911 h 866777"/>
              <a:gd name="connsiteX2" fmla="*/ 397670 w 802483"/>
              <a:gd name="connsiteY2" fmla="*/ 1 h 866777"/>
              <a:gd name="connsiteX3" fmla="*/ 720959 w 802483"/>
              <a:gd name="connsiteY3" fmla="*/ 133912 h 866777"/>
              <a:gd name="connsiteX4" fmla="*/ 802482 w 802483"/>
              <a:gd name="connsiteY4" fmla="*/ 440533 h 866777"/>
              <a:gd name="connsiteX5" fmla="*/ 720958 w 802483"/>
              <a:gd name="connsiteY5" fmla="*/ 780491 h 866777"/>
              <a:gd name="connsiteX6" fmla="*/ 402432 w 802483"/>
              <a:gd name="connsiteY6" fmla="*/ 866777 h 866777"/>
              <a:gd name="connsiteX7" fmla="*/ 74380 w 802483"/>
              <a:gd name="connsiteY7" fmla="*/ 780491 h 866777"/>
              <a:gd name="connsiteX8" fmla="*/ 1 w 802483"/>
              <a:gd name="connsiteY8" fmla="*/ 581027 h 866777"/>
              <a:gd name="connsiteX9" fmla="*/ 16669 w 802483"/>
              <a:gd name="connsiteY9" fmla="*/ 457200 h 866777"/>
              <a:gd name="connsiteX0" fmla="*/ 16669 w 802483"/>
              <a:gd name="connsiteY0" fmla="*/ 458787 h 868364"/>
              <a:gd name="connsiteX1" fmla="*/ 74380 w 802483"/>
              <a:gd name="connsiteY1" fmla="*/ 135498 h 868364"/>
              <a:gd name="connsiteX2" fmla="*/ 397670 w 802483"/>
              <a:gd name="connsiteY2" fmla="*/ 1588 h 868364"/>
              <a:gd name="connsiteX3" fmla="*/ 687622 w 802483"/>
              <a:gd name="connsiteY3" fmla="*/ 145024 h 868364"/>
              <a:gd name="connsiteX4" fmla="*/ 802482 w 802483"/>
              <a:gd name="connsiteY4" fmla="*/ 442120 h 868364"/>
              <a:gd name="connsiteX5" fmla="*/ 720958 w 802483"/>
              <a:gd name="connsiteY5" fmla="*/ 782078 h 868364"/>
              <a:gd name="connsiteX6" fmla="*/ 402432 w 802483"/>
              <a:gd name="connsiteY6" fmla="*/ 868364 h 868364"/>
              <a:gd name="connsiteX7" fmla="*/ 74380 w 802483"/>
              <a:gd name="connsiteY7" fmla="*/ 782078 h 868364"/>
              <a:gd name="connsiteX8" fmla="*/ 1 w 802483"/>
              <a:gd name="connsiteY8" fmla="*/ 582614 h 868364"/>
              <a:gd name="connsiteX9" fmla="*/ 16669 w 802483"/>
              <a:gd name="connsiteY9" fmla="*/ 458787 h 868364"/>
              <a:gd name="connsiteX0" fmla="*/ 16669 w 802483"/>
              <a:gd name="connsiteY0" fmla="*/ 458787 h 875671"/>
              <a:gd name="connsiteX1" fmla="*/ 74380 w 802483"/>
              <a:gd name="connsiteY1" fmla="*/ 135498 h 875671"/>
              <a:gd name="connsiteX2" fmla="*/ 397670 w 802483"/>
              <a:gd name="connsiteY2" fmla="*/ 1588 h 875671"/>
              <a:gd name="connsiteX3" fmla="*/ 687622 w 802483"/>
              <a:gd name="connsiteY3" fmla="*/ 145024 h 875671"/>
              <a:gd name="connsiteX4" fmla="*/ 802482 w 802483"/>
              <a:gd name="connsiteY4" fmla="*/ 442120 h 875671"/>
              <a:gd name="connsiteX5" fmla="*/ 667232 w 802483"/>
              <a:gd name="connsiteY5" fmla="*/ 738237 h 875671"/>
              <a:gd name="connsiteX6" fmla="*/ 402432 w 802483"/>
              <a:gd name="connsiteY6" fmla="*/ 868364 h 875671"/>
              <a:gd name="connsiteX7" fmla="*/ 74380 w 802483"/>
              <a:gd name="connsiteY7" fmla="*/ 782078 h 875671"/>
              <a:gd name="connsiteX8" fmla="*/ 1 w 802483"/>
              <a:gd name="connsiteY8" fmla="*/ 582614 h 875671"/>
              <a:gd name="connsiteX9" fmla="*/ 16669 w 802483"/>
              <a:gd name="connsiteY9" fmla="*/ 458787 h 875671"/>
              <a:gd name="connsiteX0" fmla="*/ 16669 w 802483"/>
              <a:gd name="connsiteY0" fmla="*/ 458787 h 874313"/>
              <a:gd name="connsiteX1" fmla="*/ 74380 w 802483"/>
              <a:gd name="connsiteY1" fmla="*/ 135498 h 874313"/>
              <a:gd name="connsiteX2" fmla="*/ 397670 w 802483"/>
              <a:gd name="connsiteY2" fmla="*/ 1588 h 874313"/>
              <a:gd name="connsiteX3" fmla="*/ 687622 w 802483"/>
              <a:gd name="connsiteY3" fmla="*/ 145024 h 874313"/>
              <a:gd name="connsiteX4" fmla="*/ 802482 w 802483"/>
              <a:gd name="connsiteY4" fmla="*/ 442120 h 874313"/>
              <a:gd name="connsiteX5" fmla="*/ 667232 w 802483"/>
              <a:gd name="connsiteY5" fmla="*/ 738237 h 874313"/>
              <a:gd name="connsiteX6" fmla="*/ 402432 w 802483"/>
              <a:gd name="connsiteY6" fmla="*/ 868364 h 874313"/>
              <a:gd name="connsiteX7" fmla="*/ 130375 w 802483"/>
              <a:gd name="connsiteY7" fmla="*/ 773933 h 874313"/>
              <a:gd name="connsiteX8" fmla="*/ 1 w 802483"/>
              <a:gd name="connsiteY8" fmla="*/ 582614 h 874313"/>
              <a:gd name="connsiteX9" fmla="*/ 16669 w 802483"/>
              <a:gd name="connsiteY9" fmla="*/ 458787 h 874313"/>
              <a:gd name="connsiteX0" fmla="*/ 5789 w 791603"/>
              <a:gd name="connsiteY0" fmla="*/ 458787 h 874313"/>
              <a:gd name="connsiteX1" fmla="*/ 63500 w 791603"/>
              <a:gd name="connsiteY1" fmla="*/ 135498 h 874313"/>
              <a:gd name="connsiteX2" fmla="*/ 386790 w 791603"/>
              <a:gd name="connsiteY2" fmla="*/ 1588 h 874313"/>
              <a:gd name="connsiteX3" fmla="*/ 676742 w 791603"/>
              <a:gd name="connsiteY3" fmla="*/ 145024 h 874313"/>
              <a:gd name="connsiteX4" fmla="*/ 791602 w 791603"/>
              <a:gd name="connsiteY4" fmla="*/ 442120 h 874313"/>
              <a:gd name="connsiteX5" fmla="*/ 656352 w 791603"/>
              <a:gd name="connsiteY5" fmla="*/ 738237 h 874313"/>
              <a:gd name="connsiteX6" fmla="*/ 391552 w 791603"/>
              <a:gd name="connsiteY6" fmla="*/ 868364 h 874313"/>
              <a:gd name="connsiteX7" fmla="*/ 119495 w 791603"/>
              <a:gd name="connsiteY7" fmla="*/ 773933 h 874313"/>
              <a:gd name="connsiteX8" fmla="*/ 40297 w 791603"/>
              <a:gd name="connsiteY8" fmla="*/ 567547 h 874313"/>
              <a:gd name="connsiteX9" fmla="*/ 5789 w 791603"/>
              <a:gd name="connsiteY9" fmla="*/ 458787 h 874313"/>
              <a:gd name="connsiteX0" fmla="*/ 39387 w 784884"/>
              <a:gd name="connsiteY0" fmla="*/ 369060 h 874313"/>
              <a:gd name="connsiteX1" fmla="*/ 56781 w 784884"/>
              <a:gd name="connsiteY1" fmla="*/ 135498 h 874313"/>
              <a:gd name="connsiteX2" fmla="*/ 380071 w 784884"/>
              <a:gd name="connsiteY2" fmla="*/ 1588 h 874313"/>
              <a:gd name="connsiteX3" fmla="*/ 670023 w 784884"/>
              <a:gd name="connsiteY3" fmla="*/ 145024 h 874313"/>
              <a:gd name="connsiteX4" fmla="*/ 784883 w 784884"/>
              <a:gd name="connsiteY4" fmla="*/ 442120 h 874313"/>
              <a:gd name="connsiteX5" fmla="*/ 649633 w 784884"/>
              <a:gd name="connsiteY5" fmla="*/ 738237 h 874313"/>
              <a:gd name="connsiteX6" fmla="*/ 384833 w 784884"/>
              <a:gd name="connsiteY6" fmla="*/ 868364 h 874313"/>
              <a:gd name="connsiteX7" fmla="*/ 112776 w 784884"/>
              <a:gd name="connsiteY7" fmla="*/ 773933 h 874313"/>
              <a:gd name="connsiteX8" fmla="*/ 33578 w 784884"/>
              <a:gd name="connsiteY8" fmla="*/ 567547 h 874313"/>
              <a:gd name="connsiteX9" fmla="*/ 39387 w 784884"/>
              <a:gd name="connsiteY9" fmla="*/ 369060 h 874313"/>
              <a:gd name="connsiteX0" fmla="*/ 5810 w 751307"/>
              <a:gd name="connsiteY0" fmla="*/ 368237 h 873490"/>
              <a:gd name="connsiteX1" fmla="*/ 135805 w 751307"/>
              <a:gd name="connsiteY1" fmla="*/ 148794 h 873490"/>
              <a:gd name="connsiteX2" fmla="*/ 346494 w 751307"/>
              <a:gd name="connsiteY2" fmla="*/ 765 h 873490"/>
              <a:gd name="connsiteX3" fmla="*/ 636446 w 751307"/>
              <a:gd name="connsiteY3" fmla="*/ 144201 h 873490"/>
              <a:gd name="connsiteX4" fmla="*/ 751306 w 751307"/>
              <a:gd name="connsiteY4" fmla="*/ 441297 h 873490"/>
              <a:gd name="connsiteX5" fmla="*/ 616056 w 751307"/>
              <a:gd name="connsiteY5" fmla="*/ 737414 h 873490"/>
              <a:gd name="connsiteX6" fmla="*/ 351256 w 751307"/>
              <a:gd name="connsiteY6" fmla="*/ 867541 h 873490"/>
              <a:gd name="connsiteX7" fmla="*/ 79199 w 751307"/>
              <a:gd name="connsiteY7" fmla="*/ 773110 h 873490"/>
              <a:gd name="connsiteX8" fmla="*/ 1 w 751307"/>
              <a:gd name="connsiteY8" fmla="*/ 566724 h 873490"/>
              <a:gd name="connsiteX9" fmla="*/ 5810 w 751307"/>
              <a:gd name="connsiteY9" fmla="*/ 368237 h 87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1307" h="873490">
                <a:moveTo>
                  <a:pt x="5810" y="368237"/>
                </a:moveTo>
                <a:cubicBezTo>
                  <a:pt x="5810" y="246980"/>
                  <a:pt x="79024" y="210039"/>
                  <a:pt x="135805" y="148794"/>
                </a:cubicBezTo>
                <a:cubicBezTo>
                  <a:pt x="192586" y="87549"/>
                  <a:pt x="263054" y="1530"/>
                  <a:pt x="346494" y="765"/>
                </a:cubicBezTo>
                <a:cubicBezTo>
                  <a:pt x="429934" y="0"/>
                  <a:pt x="568977" y="70779"/>
                  <a:pt x="636446" y="144201"/>
                </a:cubicBezTo>
                <a:cubicBezTo>
                  <a:pt x="703915" y="217623"/>
                  <a:pt x="751307" y="320040"/>
                  <a:pt x="751306" y="441297"/>
                </a:cubicBezTo>
                <a:cubicBezTo>
                  <a:pt x="751306" y="562554"/>
                  <a:pt x="682731" y="666373"/>
                  <a:pt x="616056" y="737414"/>
                </a:cubicBezTo>
                <a:cubicBezTo>
                  <a:pt x="549381" y="808455"/>
                  <a:pt x="440732" y="861592"/>
                  <a:pt x="351256" y="867541"/>
                </a:cubicBezTo>
                <a:cubicBezTo>
                  <a:pt x="261780" y="873490"/>
                  <a:pt x="137741" y="823246"/>
                  <a:pt x="79199" y="773110"/>
                </a:cubicBezTo>
                <a:cubicBezTo>
                  <a:pt x="20657" y="722974"/>
                  <a:pt x="0" y="687981"/>
                  <a:pt x="1" y="566724"/>
                </a:cubicBezTo>
                <a:cubicBezTo>
                  <a:pt x="1" y="566723"/>
                  <a:pt x="5810" y="368238"/>
                  <a:pt x="5810" y="368237"/>
                </a:cubicBez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alpha val="36000"/>
                </a:schemeClr>
              </a:gs>
            </a:gsLst>
            <a:lin ang="5400000" scaled="0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357298"/>
            <a:ext cx="10972799" cy="476886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9" name="날짜 개체 틀 18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2C31EB75-E64F-4D33-B70A-52CB2E4EB5F4}" type="datetime1">
              <a:rPr lang="ko-KR" altLang="en-US"/>
              <a:pPr>
                <a:defRPr lang="ko-KR" altLang="en-US"/>
              </a:pPr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47C650CC-5EDF-4A9F-AC2C-F074E03D503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1028" name="이등변 삼각형 1"/>
          <p:cNvSpPr/>
          <p:nvPr userDrawn="1"/>
        </p:nvSpPr>
        <p:spPr>
          <a:xfrm rot="5400000">
            <a:off x="0" y="0"/>
            <a:ext cx="1080000" cy="1080000"/>
          </a:xfrm>
          <a:prstGeom prst="triangle">
            <a:avLst>
              <a:gd name="adj" fmla="val 0"/>
            </a:avLst>
          </a:prstGeom>
          <a:solidFill>
            <a:srgbClr val="00002F"/>
          </a:solidFill>
          <a:ln>
            <a:solidFill>
              <a:srgbClr val="5B3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29" name="이등변 삼각형 2"/>
          <p:cNvSpPr/>
          <p:nvPr userDrawn="1"/>
        </p:nvSpPr>
        <p:spPr>
          <a:xfrm rot="16200000">
            <a:off x="11112000" y="5778000"/>
            <a:ext cx="1080000" cy="1080000"/>
          </a:xfrm>
          <a:prstGeom prst="triangle">
            <a:avLst>
              <a:gd name="adj" fmla="val 0"/>
            </a:avLst>
          </a:prstGeom>
          <a:solidFill>
            <a:srgbClr val="00002F"/>
          </a:solidFill>
          <a:ln>
            <a:solidFill>
              <a:srgbClr val="5B3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ransition/>
  <p:txStyles>
    <p:titleStyle>
      <a:lvl1pPr algn="l" defTabSz="914400" rtl="0" eaLnBrk="1" latinLnBrk="1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sz="20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2"/>
        </a:buClr>
        <a:buFont typeface="Yoon 윤고딕 550_TT"/>
        <a:buChar char="-"/>
        <a:defRPr sz="18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Font typeface="Wingdings"/>
        <a:buChar char="ü"/>
        <a:defRPr sz="16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5pPr>
      <a:lvl6pPr marL="2416175" indent="-260350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SzPct val="100000"/>
        <a:buFont typeface="Arial"/>
        <a:buChar char="•"/>
        <a:defRPr sz="1600" kern="1200">
          <a:solidFill>
            <a:schemeClr val="accent6">
              <a:lumMod val="75000"/>
            </a:schemeClr>
          </a:solidFill>
          <a:latin typeface="+mn-ea"/>
          <a:ea typeface="+mn-ea"/>
          <a:cs typeface="+mn-cs"/>
        </a:defRPr>
      </a:lvl6pPr>
      <a:lvl7pPr marL="2776538" indent="-261938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SzPct val="100000"/>
        <a:buFont typeface="Arial"/>
        <a:buChar char="•"/>
        <a:defRPr sz="1600" kern="1200">
          <a:solidFill>
            <a:schemeClr val="accent6">
              <a:lumMod val="75000"/>
            </a:schemeClr>
          </a:solidFill>
          <a:latin typeface="+mn-ea"/>
          <a:ea typeface="+mn-ea"/>
          <a:cs typeface="+mn-cs"/>
        </a:defRPr>
      </a:lvl7pPr>
      <a:lvl8pPr marL="3135313" indent="-261938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SzPct val="100000"/>
        <a:buFont typeface="Arial"/>
        <a:buChar char="•"/>
        <a:defRPr lang="en-US" altLang="ko-KR" sz="1600" kern="1200" dirty="0" smtClean="0">
          <a:solidFill>
            <a:schemeClr val="accent6">
              <a:lumMod val="75000"/>
            </a:schemeClr>
          </a:solidFill>
          <a:latin typeface="+mn-ea"/>
          <a:ea typeface="+mn-ea"/>
          <a:cs typeface="+mn-cs"/>
        </a:defRPr>
      </a:lvl8pPr>
      <a:lvl9pPr marL="3494088" indent="-260350" algn="l" defTabSz="914400" rtl="0" eaLnBrk="1" latinLnBrk="1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accent6">
              <a:lumMod val="75000"/>
            </a:schemeClr>
          </a:solidFill>
          <a:latin typeface="+mn-ea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5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8825" y="2613393"/>
            <a:ext cx="1763915" cy="1613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0" b="1">
                <a:solidFill>
                  <a:srgbClr val="00002F"/>
                </a:solidFill>
                <a:latin typeface="나눔고딕 ExtraBold"/>
                <a:ea typeface="나눔고딕 ExtraBold"/>
              </a:rPr>
              <a:t>01</a:t>
            </a:r>
            <a:endParaRPr lang="ko-KR" altLang="en-US" sz="10000" b="1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53272" y="3231089"/>
            <a:ext cx="1672253" cy="4699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>
                <a:solidFill>
                  <a:srgbClr val="00002F"/>
                </a:solidFill>
                <a:latin typeface="나눔고딕 ExtraBold"/>
                <a:ea typeface="나눔고딕 ExtraBold"/>
              </a:rPr>
              <a:t>연구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061" y="586328"/>
            <a:ext cx="2317879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3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CONTENTS</a:t>
            </a:r>
            <a:endParaRPr lang="ko-KR" altLang="en-US" sz="3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014614" y="1243148"/>
            <a:ext cx="21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14254" y="2613393"/>
            <a:ext cx="1758736" cy="1613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0" b="1">
                <a:solidFill>
                  <a:srgbClr val="00002F"/>
                </a:solidFill>
                <a:latin typeface="나눔고딕 ExtraBold"/>
                <a:ea typeface="나눔고딕 ExtraBold"/>
              </a:rPr>
              <a:t>02</a:t>
            </a:r>
            <a:endParaRPr lang="ko-KR" altLang="en-US" sz="10000" b="1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058701" y="3231089"/>
            <a:ext cx="1672253" cy="4699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>
                <a:solidFill>
                  <a:srgbClr val="00002F"/>
                </a:solidFill>
                <a:latin typeface="나눔고딕 ExtraBold"/>
                <a:ea typeface="나눔고딕 ExtraBold"/>
              </a:rPr>
              <a:t>연구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236" y="2613393"/>
            <a:ext cx="1755154" cy="1613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0" b="1">
                <a:solidFill>
                  <a:srgbClr val="00002F"/>
                </a:solidFill>
                <a:latin typeface="나눔고딕 ExtraBold"/>
                <a:ea typeface="나눔고딕 ExtraBold"/>
              </a:rPr>
              <a:t>03</a:t>
            </a:r>
            <a:endParaRPr lang="ko-KR" altLang="en-US" sz="10000" b="1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19683" y="3231089"/>
            <a:ext cx="1672253" cy="4699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소개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784" y="2613393"/>
            <a:ext cx="1761456" cy="1613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0" b="1">
                <a:solidFill>
                  <a:srgbClr val="00002F"/>
                </a:solidFill>
                <a:latin typeface="나눔고딕 ExtraBold"/>
                <a:ea typeface="나눔고딕 ExtraBold"/>
              </a:rPr>
              <a:t>04</a:t>
            </a:r>
            <a:endParaRPr lang="ko-KR" altLang="en-US" sz="10000" b="1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236218" y="3113529"/>
            <a:ext cx="1995383" cy="63094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</a:t>
            </a:r>
            <a:br>
              <a:rPr lang="en-US" altLang="ko-KR" sz="2000" dirty="0">
                <a:solidFill>
                  <a:srgbClr val="00002F"/>
                </a:solidFill>
                <a:latin typeface="나눔고딕 ExtraBold"/>
                <a:ea typeface="나눔고딕 ExtraBold"/>
              </a:rPr>
            </a:br>
            <a:r>
              <a:rPr lang="ko-KR" altLang="en-US" sz="200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탐색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330" y="2613393"/>
            <a:ext cx="1758235" cy="1613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0" b="1">
                <a:solidFill>
                  <a:srgbClr val="00002F"/>
                </a:solidFill>
                <a:latin typeface="나눔고딕 ExtraBold"/>
                <a:ea typeface="나눔고딕 ExtraBold"/>
              </a:rPr>
              <a:t>05</a:t>
            </a:r>
            <a:endParaRPr lang="ko-KR" altLang="en-US" sz="10000" b="1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564777" y="3231089"/>
            <a:ext cx="1672253" cy="4699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>
                <a:solidFill>
                  <a:srgbClr val="00002F"/>
                </a:solidFill>
                <a:latin typeface="나눔고딕 ExtraBold"/>
                <a:ea typeface="나눔고딕 ExtraBold"/>
              </a:rPr>
              <a:t>결론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026522" y="989148"/>
            <a:ext cx="21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33313" y="437393"/>
            <a:ext cx="1763252" cy="57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연구 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01.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9986757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1269457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4"/>
          <p:cNvSpPr txBox="1"/>
          <p:nvPr/>
        </p:nvSpPr>
        <p:spPr>
          <a:xfrm>
            <a:off x="577681" y="1802090"/>
            <a:ext cx="10604210" cy="252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200" spc="-30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호주는 다양한 지리적 특성으로 지역별 강수패턴이 불규칙</a:t>
            </a:r>
            <a:endParaRPr lang="ko-KR" altLang="en-US" sz="3200" spc="-30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en-US" altLang="ko-KR" sz="3200" spc="-30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r>
              <a:rPr lang="ko-KR" altLang="en-US" sz="3200" spc="-30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여러 요인에 따른 강수패턴을 알아보기 적합</a:t>
            </a:r>
            <a:endParaRPr lang="ko-KR" altLang="en-US" sz="3200" spc="-30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en-US" altLang="ko-KR" sz="3200" spc="-30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en-US" altLang="ko-KR" sz="3200" spc="-30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026522" y="989148"/>
            <a:ext cx="21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33315" y="437393"/>
            <a:ext cx="1763250" cy="57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연구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02.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2" name="직선 연결선 1"/>
          <p:cNvCxnSpPr/>
          <p:nvPr/>
        </p:nvCxnSpPr>
        <p:spPr>
          <a:xfrm>
            <a:off x="1040477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9983249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1269457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"/>
          <p:cNvSpPr txBox="1"/>
          <p:nvPr/>
        </p:nvSpPr>
        <p:spPr>
          <a:xfrm>
            <a:off x="621076" y="1889744"/>
            <a:ext cx="996511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AutoNum type="arabicPeriod"/>
              <a:defRPr/>
            </a:pPr>
            <a:r>
              <a:rPr lang="ko-KR" altLang="en-US" sz="3000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강수 여부에 유의미한 영향을 주는 설명변수 탐구</a:t>
            </a:r>
          </a:p>
          <a:p>
            <a:pPr marL="457200" lvl="0" indent="-457200">
              <a:buAutoNum type="arabicPeriod"/>
              <a:defRPr/>
            </a:pPr>
            <a:endParaRPr lang="en-US" altLang="ko-KR" sz="3000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457200" lvl="0" indent="-457200">
              <a:buAutoNum type="arabicPeriod"/>
              <a:defRPr/>
            </a:pPr>
            <a:r>
              <a:rPr lang="ko-KR" altLang="en-US" sz="3000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연구 결과를 통해 강수 여부에 영향을 미치는 요인 파악</a:t>
            </a:r>
          </a:p>
          <a:p>
            <a:pPr marL="457200" lvl="0" indent="-457200">
              <a:buAutoNum type="arabicPeriod"/>
              <a:defRPr/>
            </a:pPr>
            <a:endParaRPr lang="en-US" altLang="ko-KR" sz="3000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457200" lvl="0" indent="-457200">
              <a:buFontTx/>
              <a:buAutoNum type="arabicPeriod"/>
              <a:defRPr/>
            </a:pPr>
            <a:r>
              <a:rPr lang="ko-KR" altLang="en-US" sz="3000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설명변수들을 기반으로 한국의 강수 여부 예측 모델 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026522" y="989148"/>
            <a:ext cx="21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9772" y="437393"/>
            <a:ext cx="2118243" cy="57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03.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1539" y="1734282"/>
            <a:ext cx="3831972" cy="463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  <a:defRPr/>
            </a:pPr>
            <a:r>
              <a:rPr lang="ko-KR" altLang="en-US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반응변수 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: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내일강수여부</a:t>
            </a:r>
          </a:p>
          <a:p>
            <a:pPr marL="342900" lvl="0" indent="-342900">
              <a:buAutoNum type="arabicPeriod"/>
              <a:defRPr/>
            </a:pPr>
            <a:endParaRPr lang="en-US" altLang="ko-KR" sz="2300" kern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342900" lvl="0" indent="-342900">
              <a:buAutoNum type="arabicPeriod"/>
              <a:defRPr/>
            </a:pPr>
            <a:r>
              <a:rPr lang="ko-KR" altLang="en-US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설명변수 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:</a:t>
            </a:r>
          </a:p>
          <a:p>
            <a:pPr marL="0" lvl="0" indent="0">
              <a:buNone/>
              <a:defRPr/>
            </a:pPr>
            <a:endParaRPr lang="ko-KR" altLang="en-US" sz="2300" kern="0" spc="0">
              <a:solidFill>
                <a:srgbClr val="000000"/>
              </a:solidFill>
              <a:effectLst/>
              <a:latin typeface="나눔고딕"/>
              <a:ea typeface="나눔고딕"/>
            </a:endParaRPr>
          </a:p>
          <a:p>
            <a:pPr lvl="0">
              <a:defRPr/>
            </a:pPr>
            <a:r>
              <a:rPr lang="en-US" altLang="ko-KR" sz="2300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지역분류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온도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(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최저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최고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/9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/3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)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일일 강수량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풍향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(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일일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/9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/3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)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풍속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(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일일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/9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/3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)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습도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(9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/3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)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기압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(9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/3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시</a:t>
            </a: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)</a:t>
            </a:r>
            <a:br>
              <a:rPr lang="en-US" altLang="ko-KR" sz="2300">
                <a:latin typeface="함초롬바탕"/>
                <a:ea typeface="함초롬바탕"/>
                <a:cs typeface="함초롬바탕"/>
              </a:rPr>
            </a:br>
            <a:r>
              <a:rPr lang="en-US" altLang="ko-KR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· </a:t>
            </a:r>
            <a: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  <a:t>계절</a:t>
            </a:r>
            <a:br>
              <a:rPr lang="ko-KR" altLang="en-US" sz="2300" kern="0" spc="0">
                <a:solidFill>
                  <a:srgbClr val="000000"/>
                </a:solidFill>
                <a:effectLst/>
                <a:latin typeface="함초롬바탕"/>
                <a:ea typeface="함초롬바탕"/>
                <a:cs typeface="함초롬바탕"/>
              </a:rPr>
            </a:br>
            <a:endParaRPr lang="ko-KR" altLang="en-US" sz="2300" kern="0" spc="0">
              <a:solidFill>
                <a:srgbClr val="000000"/>
              </a:solidFill>
              <a:effectLst/>
              <a:latin typeface="함초롬바탕"/>
              <a:ea typeface="함초롬바탕"/>
              <a:cs typeface="함초롬바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4563" y="773907"/>
            <a:ext cx="426110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defRPr/>
            </a:pPr>
            <a:r>
              <a:rPr lang="ko-KR" altLang="en-US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샘플 수 </a:t>
            </a:r>
            <a:r>
              <a:rPr lang="en-US" altLang="ko-KR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: 145461</a:t>
            </a:r>
            <a:r>
              <a:rPr lang="ko-KR" altLang="en-US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개</a:t>
            </a:r>
          </a:p>
          <a:p>
            <a:pPr lvl="0" algn="r">
              <a:defRPr/>
            </a:pPr>
            <a:r>
              <a:rPr lang="en-US" altLang="ko-KR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(NA</a:t>
            </a:r>
            <a:r>
              <a:rPr lang="ko-KR" altLang="en-US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가 대다수인 설명변수 제거</a:t>
            </a:r>
            <a:r>
              <a:rPr lang="en-US" altLang="ko-KR" sz="23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)</a:t>
            </a:r>
          </a:p>
        </p:txBody>
      </p:sp>
      <p:cxnSp>
        <p:nvCxnSpPr>
          <p:cNvPr id="2" name="직선 연결선 1"/>
          <p:cNvCxnSpPr/>
          <p:nvPr/>
        </p:nvCxnSpPr>
        <p:spPr>
          <a:xfrm>
            <a:off x="10847648" y="146249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9979743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1269457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628" y="1349861"/>
            <a:ext cx="7005063" cy="4410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938" y="1044741"/>
            <a:ext cx="14358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상관계수 행렬</a:t>
            </a:r>
          </a:p>
        </p:txBody>
      </p:sp>
      <p:cxnSp>
        <p:nvCxnSpPr>
          <p:cNvPr id="2" name="직선 연결선 1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제목 1"/>
          <p:cNvSpPr txBox="1"/>
          <p:nvPr/>
        </p:nvSpPr>
        <p:spPr>
          <a:xfrm>
            <a:off x="6336632" y="1370013"/>
            <a:ext cx="5039580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rgbClr val="0070C0"/>
                </a:solidFill>
                <a:latin typeface="함초롬바탕"/>
                <a:ea typeface="함초롬바탕"/>
                <a:cs typeface="함초롬바탕"/>
              </a:rPr>
              <a:t>14</a:t>
            </a:r>
            <a:r>
              <a:rPr lang="ko-KR" altLang="en-US" sz="2800" b="1" dirty="0">
                <a:solidFill>
                  <a:srgbClr val="0070C0"/>
                </a:solidFill>
                <a:latin typeface="함초롬바탕"/>
                <a:ea typeface="함초롬바탕"/>
                <a:cs typeface="함초롬바탕"/>
              </a:rPr>
              <a:t>개 설명변수의 상관계수 행렬</a:t>
            </a:r>
          </a:p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최고기온과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시기온의 상관계수가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0.98,  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최저기온과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9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시기온의 상관계수가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0.9, </a:t>
            </a:r>
            <a:b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최고기온과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9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시기온의 상관계수가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0.88, 9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시기온과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시기온의 상관계수가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0.86 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으로 서로 연관성이 높은 것으로 보임</a:t>
            </a:r>
          </a:p>
          <a:p>
            <a:pPr marL="342900" lvl="0" indent="-342900">
              <a:buFont typeface="Arial"/>
              <a:buChar char="•"/>
              <a:defRPr/>
            </a:pPr>
            <a:endParaRPr lang="en-US" altLang="ko-KR" sz="20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9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시기압과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시기압의 상관계수가 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0.96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으로 서로 연관성이 높은 것으로 보임</a:t>
            </a:r>
          </a:p>
          <a:p>
            <a:pPr marL="342900" lvl="0" indent="-342900">
              <a:buFont typeface="Arial"/>
              <a:buChar char="•"/>
              <a:defRPr/>
            </a:pPr>
            <a:endParaRPr lang="en-US" altLang="ko-KR" sz="20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0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과적합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방지 위해 뒤에서 변수 선택 필요</a:t>
            </a: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9262" y="1528013"/>
            <a:ext cx="5640365" cy="4903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28931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 dirty="0" err="1">
                <a:solidFill>
                  <a:srgbClr val="00002F"/>
                </a:solidFill>
                <a:latin typeface="나눔고딕 ExtraBold"/>
                <a:ea typeface="나눔고딕 ExtraBold"/>
              </a:rPr>
              <a:t>미니탭을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 통한 기초통계치 분석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>
            <a:extLst>
              <a:ext uri="{FF2B5EF4-FFF2-40B4-BE49-F238E27FC236}">
                <a16:creationId xmlns:a16="http://schemas.microsoft.com/office/drawing/2014/main" id="{F3C96907-EE1F-E09E-9AD9-A4492C7F8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68EB001C-0E6A-0F5A-E2D4-433BE2E16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195" y="2735994"/>
            <a:ext cx="3309906" cy="330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B52F92-AE97-E81A-3C80-29152263B0D9}"/>
              </a:ext>
            </a:extLst>
          </p:cNvPr>
          <p:cNvSpPr txBox="1"/>
          <p:nvPr/>
        </p:nvSpPr>
        <p:spPr>
          <a:xfrm>
            <a:off x="7913882" y="2801653"/>
            <a:ext cx="37898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내일강수여부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: 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예</a:t>
            </a:r>
            <a:r>
              <a:rPr lang="en-US" altLang="ko-KR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 = 22% / </a:t>
            </a:r>
            <a:r>
              <a:rPr lang="ko-KR" altLang="en-US" spc="-150" dirty="0" err="1">
                <a:solidFill>
                  <a:srgbClr val="00002F"/>
                </a:solidFill>
                <a:latin typeface="나눔고딕 ExtraBold"/>
                <a:ea typeface="나눔고딕 ExtraBold"/>
              </a:rPr>
              <a:t>아니오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= 78%</a:t>
            </a:r>
            <a:endParaRPr lang="ko-KR" altLang="en-US" spc="-150" dirty="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8837" y="1820488"/>
            <a:ext cx="7167587" cy="40982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9976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상자그림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8"/>
          <p:cNvSpPr txBox="1"/>
          <p:nvPr/>
        </p:nvSpPr>
        <p:spPr>
          <a:xfrm>
            <a:off x="8748191" y="1611022"/>
            <a:ext cx="2946400" cy="2938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200"/>
              </a:lnSpc>
              <a:defRPr/>
            </a:pPr>
            <a:r>
              <a:rPr lang="ko-KR" altLang="en-US" sz="2200" dirty="0">
                <a:solidFill>
                  <a:srgbClr val="212529"/>
                </a:solidFill>
                <a:latin typeface="-apple-system"/>
              </a:rPr>
              <a:t>이상치 확인 결과 </a:t>
            </a:r>
          </a:p>
          <a:p>
            <a:pPr lvl="0">
              <a:lnSpc>
                <a:spcPts val="3200"/>
              </a:lnSpc>
              <a:defRPr/>
            </a:pPr>
            <a:r>
              <a:rPr lang="ko-KR" altLang="en-US" sz="2200" dirty="0">
                <a:solidFill>
                  <a:srgbClr val="212529"/>
                </a:solidFill>
                <a:latin typeface="-apple-system"/>
              </a:rPr>
              <a:t>이상치들은 엄청나게 많았으나</a:t>
            </a:r>
            <a:r>
              <a:rPr lang="en-US" altLang="ko-KR" sz="2200" dirty="0">
                <a:solidFill>
                  <a:srgbClr val="212529"/>
                </a:solidFill>
                <a:latin typeface="-apple-system"/>
              </a:rPr>
              <a:t>, </a:t>
            </a:r>
          </a:p>
          <a:p>
            <a:pPr lvl="0">
              <a:lnSpc>
                <a:spcPts val="3200"/>
              </a:lnSpc>
              <a:defRPr/>
            </a:pPr>
            <a:r>
              <a:rPr lang="ko-KR" altLang="en-US" sz="2200" dirty="0">
                <a:solidFill>
                  <a:srgbClr val="212529"/>
                </a:solidFill>
                <a:latin typeface="-apple-system"/>
              </a:rPr>
              <a:t>강수 여부에는 영향을 미치지 않는다고 판단하여 이상치를 처리하지는 않았음</a:t>
            </a:r>
            <a:endParaRPr lang="ko-KR" altLang="en-US" sz="2200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4058" y="1414073"/>
            <a:ext cx="7891966" cy="4828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14358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데이터 전처리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1898" y="1610981"/>
            <a:ext cx="5361623" cy="4760808"/>
          </a:xfrm>
          <a:prstGeom prst="rect">
            <a:avLst/>
          </a:prstGeom>
        </p:spPr>
      </p:pic>
      <p:sp>
        <p:nvSpPr>
          <p:cNvPr id="22" name="제목 1"/>
          <p:cNvSpPr txBox="1"/>
          <p:nvPr/>
        </p:nvSpPr>
        <p:spPr>
          <a:xfrm>
            <a:off x="6096000" y="1691080"/>
            <a:ext cx="5922345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ctr">
              <a:defRPr/>
            </a:pP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21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개 설명변수</a:t>
            </a:r>
          </a:p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총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16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개 범주가 있는 풍향의 경우에는 </a:t>
            </a: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sin,cos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으로 변환</a:t>
            </a:r>
          </a:p>
          <a:p>
            <a:pPr marL="342900" lvl="0" indent="-342900">
              <a:buFont typeface="Arial"/>
              <a:buChar char="•"/>
              <a:defRPr/>
            </a:pPr>
            <a:endParaRPr lang="en-US" altLang="ko-KR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날짜는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4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개 범주의 계절로 변환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지역은 동서남북과 내륙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해안으로 구분된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8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개 범주로 분류하여 변환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많은 설명변수로 인한 변수선택 과정 필요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7BC1B0-2559-0060-AF69-5B83B9BD1DE9}"/>
              </a:ext>
            </a:extLst>
          </p:cNvPr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E85D3F-DB28-67C2-BFAD-CCF8970ECC1C}"/>
              </a:ext>
            </a:extLst>
          </p:cNvPr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7AAECB-18E4-49B1-6313-1B4C0D50F8DD}"/>
              </a:ext>
            </a:extLst>
          </p:cNvPr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9D22F-B86D-8468-6E59-631E3BACBC9C}"/>
              </a:ext>
            </a:extLst>
          </p:cNvPr>
          <p:cNvSpPr txBox="1"/>
          <p:nvPr/>
        </p:nvSpPr>
        <p:spPr>
          <a:xfrm>
            <a:off x="1055938" y="1044741"/>
            <a:ext cx="14358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데이터 전처리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67BF869-2CDD-58DE-73D6-1BA8562B0145}"/>
              </a:ext>
            </a:extLst>
          </p:cNvPr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9305F6C-67DD-AF7C-986B-7562A3D6EF66}"/>
              </a:ext>
            </a:extLst>
          </p:cNvPr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37A20C4-6EB6-23EA-C314-0EAFE1AF4185}"/>
              </a:ext>
            </a:extLst>
          </p:cNvPr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44536EE-8E1B-FA70-A03E-1E6B88B9B521}"/>
              </a:ext>
            </a:extLst>
          </p:cNvPr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F52614-70A7-9903-BD1B-D37E27A17C22}"/>
              </a:ext>
            </a:extLst>
          </p:cNvPr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86412" y="2512124"/>
            <a:ext cx="5570731" cy="2344823"/>
          </a:xfrm>
          <a:prstGeom prst="rect">
            <a:avLst/>
          </a:prstGeom>
          <a:noFill/>
        </p:spPr>
      </p:pic>
      <p:sp>
        <p:nvSpPr>
          <p:cNvPr id="3" name="제목 1"/>
          <p:cNvSpPr txBox="1"/>
          <p:nvPr/>
        </p:nvSpPr>
        <p:spPr>
          <a:xfrm>
            <a:off x="1111478" y="2722078"/>
            <a:ext cx="4293079" cy="1924914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defRPr/>
            </a:pP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9~11 : 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봄 </a:t>
            </a: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/ 12~2 :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여름 </a:t>
            </a: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/</a:t>
            </a:r>
            <a:b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3~5 : 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가을 </a:t>
            </a: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/ 6~8 : 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겨울</a:t>
            </a: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271623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636E-9591-A996-1553-9D964692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090B6A-F6A9-6FD4-BBE3-D70CBC16B802}"/>
              </a:ext>
            </a:extLst>
          </p:cNvPr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526411-23D3-FED0-1BEB-F75EDA1970DC}"/>
              </a:ext>
            </a:extLst>
          </p:cNvPr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6C504-8089-43D2-BD03-BED44BC1414D}"/>
              </a:ext>
            </a:extLst>
          </p:cNvPr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FF6CD-0521-E4B6-DCA5-1D70FA32F6BA}"/>
              </a:ext>
            </a:extLst>
          </p:cNvPr>
          <p:cNvSpPr txBox="1"/>
          <p:nvPr/>
        </p:nvSpPr>
        <p:spPr>
          <a:xfrm>
            <a:off x="1055938" y="1044741"/>
            <a:ext cx="272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데이터 </a:t>
            </a:r>
            <a:r>
              <a:rPr lang="ko-KR" altLang="en-US" b="1" spc="-150" dirty="0" err="1">
                <a:solidFill>
                  <a:srgbClr val="00002F"/>
                </a:solidFill>
                <a:latin typeface="나눔고딕"/>
                <a:ea typeface="나눔고딕"/>
              </a:rPr>
              <a:t>전처리</a:t>
            </a: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 </a:t>
            </a:r>
            <a:r>
              <a:rPr lang="en-US" altLang="ko-KR" b="1" spc="-150" dirty="0">
                <a:solidFill>
                  <a:srgbClr val="00002F"/>
                </a:solidFill>
                <a:latin typeface="나눔고딕"/>
                <a:ea typeface="나눔고딕"/>
              </a:rPr>
              <a:t>– </a:t>
            </a:r>
            <a:r>
              <a:rPr lang="ko-KR" altLang="en-US" b="1" spc="-150" dirty="0" err="1">
                <a:solidFill>
                  <a:srgbClr val="00002F"/>
                </a:solidFill>
                <a:latin typeface="나눔고딕"/>
                <a:ea typeface="나눔고딕"/>
              </a:rPr>
              <a:t>결측치</a:t>
            </a: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 처리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1BAE485-879D-2771-61AC-2974B2A26FA9}"/>
              </a:ext>
            </a:extLst>
          </p:cNvPr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C1F61D3-20B4-65C6-9CFF-EE6FC78C2CA6}"/>
              </a:ext>
            </a:extLst>
          </p:cNvPr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B277EC5-5F5A-2F3A-DC77-3BC14C94A867}"/>
              </a:ext>
            </a:extLst>
          </p:cNvPr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4CD767-8108-6B7B-E021-3F3A18C31311}"/>
              </a:ext>
            </a:extLst>
          </p:cNvPr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0938047-244B-EB9D-E8C1-BD614D46A53C}"/>
              </a:ext>
            </a:extLst>
          </p:cNvPr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02E682A0-5B2F-CB0E-9888-E1A91D4EE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" t="15734" r="7171"/>
          <a:stretch/>
        </p:blipFill>
        <p:spPr>
          <a:xfrm>
            <a:off x="655606" y="1669785"/>
            <a:ext cx="5098213" cy="3427152"/>
          </a:xfrm>
          <a:prstGeom prst="rect">
            <a:avLst/>
          </a:prstGeom>
        </p:spPr>
      </p:pic>
      <p:sp>
        <p:nvSpPr>
          <p:cNvPr id="7" name="원형: 비어 있음 6">
            <a:extLst>
              <a:ext uri="{FF2B5EF4-FFF2-40B4-BE49-F238E27FC236}">
                <a16:creationId xmlns:a16="http://schemas.microsoft.com/office/drawing/2014/main" id="{1ADF2E17-D4FA-F080-ECCE-9E6AA9D10768}"/>
              </a:ext>
            </a:extLst>
          </p:cNvPr>
          <p:cNvSpPr/>
          <p:nvPr/>
        </p:nvSpPr>
        <p:spPr>
          <a:xfrm>
            <a:off x="2052309" y="1551462"/>
            <a:ext cx="819509" cy="603849"/>
          </a:xfrm>
          <a:prstGeom prst="donut">
            <a:avLst>
              <a:gd name="adj" fmla="val 120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907B4186-0E2E-9C92-C945-381A00F89FD4}"/>
              </a:ext>
            </a:extLst>
          </p:cNvPr>
          <p:cNvSpPr/>
          <p:nvPr/>
        </p:nvSpPr>
        <p:spPr>
          <a:xfrm>
            <a:off x="4309554" y="1853387"/>
            <a:ext cx="819509" cy="603849"/>
          </a:xfrm>
          <a:prstGeom prst="donut">
            <a:avLst>
              <a:gd name="adj" fmla="val 120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6107B6C-6B83-9ACF-228D-7A830A4AB6BC}"/>
              </a:ext>
            </a:extLst>
          </p:cNvPr>
          <p:cNvSpPr txBox="1"/>
          <p:nvPr/>
        </p:nvSpPr>
        <p:spPr>
          <a:xfrm>
            <a:off x="5961357" y="1545442"/>
            <a:ext cx="5922345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ctr">
              <a:defRPr/>
            </a:pPr>
            <a:r>
              <a:rPr lang="ko-KR" altLang="en-US" sz="3000" b="1" dirty="0" err="1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결측치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 처리</a:t>
            </a:r>
          </a:p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40%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의 높은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결측률을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갖는 변수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4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개 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우선적으로 제거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. (Evaporation, Sunshine, Cloud9am, Cloud3pm)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en-US" altLang="ko-KR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반응변수가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결측인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행은 삭제 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en-US" altLang="ko-KR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범주형 변수의 경우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최빈값으로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대체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연속형 변수의 경우 계절별 평균으로 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대체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.</a:t>
            </a: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AECE7E9-6F89-678B-27F4-1955D968A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537" y="5188215"/>
            <a:ext cx="3806444" cy="13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17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4DD5ED-26C3-76EA-4084-527A3F59EB8B}"/>
              </a:ext>
            </a:extLst>
          </p:cNvPr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4D97CFE-6A8C-883A-D02B-92AC849EAABB}"/>
              </a:ext>
            </a:extLst>
          </p:cNvPr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1777D7-880B-5395-1B3C-5500F6526C56}"/>
              </a:ext>
            </a:extLst>
          </p:cNvPr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F0E0D-3CDC-0089-415A-1C9BCC87A686}"/>
              </a:ext>
            </a:extLst>
          </p:cNvPr>
          <p:cNvSpPr txBox="1"/>
          <p:nvPr/>
        </p:nvSpPr>
        <p:spPr>
          <a:xfrm>
            <a:off x="1055938" y="1044741"/>
            <a:ext cx="2722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데이터 </a:t>
            </a:r>
            <a:r>
              <a:rPr lang="ko-KR" altLang="en-US" b="1" spc="-150" dirty="0" err="1">
                <a:solidFill>
                  <a:srgbClr val="00002F"/>
                </a:solidFill>
                <a:latin typeface="나눔고딕"/>
                <a:ea typeface="나눔고딕"/>
              </a:rPr>
              <a:t>전처리</a:t>
            </a: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 </a:t>
            </a:r>
            <a:r>
              <a:rPr lang="en-US" altLang="ko-KR" b="1" spc="-150" dirty="0">
                <a:solidFill>
                  <a:srgbClr val="00002F"/>
                </a:solidFill>
                <a:latin typeface="나눔고딕"/>
                <a:ea typeface="나눔고딕"/>
              </a:rPr>
              <a:t>– </a:t>
            </a:r>
            <a:r>
              <a:rPr lang="ko-KR" altLang="en-US" b="1" spc="-150" dirty="0" err="1">
                <a:solidFill>
                  <a:srgbClr val="00002F"/>
                </a:solidFill>
                <a:latin typeface="나눔고딕"/>
                <a:ea typeface="나눔고딕"/>
              </a:rPr>
              <a:t>결측치</a:t>
            </a:r>
            <a:r>
              <a:rPr lang="ko-KR" altLang="en-US" b="1" spc="-150" dirty="0">
                <a:solidFill>
                  <a:srgbClr val="00002F"/>
                </a:solidFill>
                <a:latin typeface="나눔고딕"/>
                <a:ea typeface="나눔고딕"/>
              </a:rPr>
              <a:t> 처리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42108E6-3638-E6E0-7935-28830D1A6088}"/>
              </a:ext>
            </a:extLst>
          </p:cNvPr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37AE07E-9FE4-ECAB-60DD-07520F1A35F3}"/>
              </a:ext>
            </a:extLst>
          </p:cNvPr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4A05589-C6B5-DF49-9786-623FDAFF2BBC}"/>
              </a:ext>
            </a:extLst>
          </p:cNvPr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A4A349-3FC7-57D8-9097-53B5AE63D3E1}"/>
              </a:ext>
            </a:extLst>
          </p:cNvPr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1C86F80-BDD5-437C-5437-84DD48652CA8}"/>
              </a:ext>
            </a:extLst>
          </p:cNvPr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06517EB6-39C1-5CB0-B3EC-D90FA871AF50}"/>
              </a:ext>
            </a:extLst>
          </p:cNvPr>
          <p:cNvSpPr txBox="1"/>
          <p:nvPr/>
        </p:nvSpPr>
        <p:spPr>
          <a:xfrm>
            <a:off x="5961357" y="1545442"/>
            <a:ext cx="5922345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ctr">
              <a:defRPr/>
            </a:pPr>
            <a:r>
              <a:rPr lang="ko-KR" altLang="en-US" sz="3000" b="1" dirty="0" err="1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결측치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 처리</a:t>
            </a:r>
            <a:br>
              <a:rPr lang="en-US" altLang="ko-KR" sz="2500" b="1" dirty="0">
                <a:solidFill>
                  <a:srgbClr val="42C7F1"/>
                </a:solidFill>
                <a:latin typeface="함초롬바탕"/>
                <a:ea typeface="함초롬바탕"/>
                <a:cs typeface="함초롬바탕"/>
              </a:rPr>
            </a:br>
            <a:endParaRPr lang="ko-KR" altLang="en-US" sz="2500" b="1" dirty="0">
              <a:solidFill>
                <a:srgbClr val="42C7F1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연속형 변수의 경우 계절별 평균으로 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대체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.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모든 연속형 변수 각각의 분산분석 결과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b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r>
              <a:rPr lang="ko-KR" altLang="en-US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계절별 평균이 같다는 귀무가설 기각할 수 있음</a:t>
            </a:r>
            <a:r>
              <a:rPr lang="en-US" altLang="ko-KR" sz="20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)</a:t>
            </a:r>
            <a:endParaRPr lang="ko-KR" altLang="en-US" sz="20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9C53F-CCF9-D5F2-6A94-75B62269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4" y="1716347"/>
            <a:ext cx="5363323" cy="2619741"/>
          </a:xfrm>
          <a:prstGeom prst="rect">
            <a:avLst/>
          </a:prstGeom>
        </p:spPr>
      </p:pic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8507BE53-22A8-0382-6B52-A6B2B1B9F659}"/>
              </a:ext>
            </a:extLst>
          </p:cNvPr>
          <p:cNvSpPr/>
          <p:nvPr/>
        </p:nvSpPr>
        <p:spPr>
          <a:xfrm>
            <a:off x="4701397" y="1932651"/>
            <a:ext cx="478106" cy="352289"/>
          </a:xfrm>
          <a:prstGeom prst="donut">
            <a:avLst>
              <a:gd name="adj" fmla="val 120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원형: 비어 있음 12">
            <a:extLst>
              <a:ext uri="{FF2B5EF4-FFF2-40B4-BE49-F238E27FC236}">
                <a16:creationId xmlns:a16="http://schemas.microsoft.com/office/drawing/2014/main" id="{D2B63BC8-FC64-34D4-BC63-CF53957EC913}"/>
              </a:ext>
            </a:extLst>
          </p:cNvPr>
          <p:cNvSpPr/>
          <p:nvPr/>
        </p:nvSpPr>
        <p:spPr>
          <a:xfrm>
            <a:off x="4701397" y="3242587"/>
            <a:ext cx="478106" cy="352289"/>
          </a:xfrm>
          <a:prstGeom prst="donut">
            <a:avLst>
              <a:gd name="adj" fmla="val 120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BE7057-D597-31EE-A031-3AF04A5DE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63" y="5141653"/>
            <a:ext cx="4363059" cy="1343212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F1C4E38-BBB2-B2E7-424D-48DD67BC5621}"/>
              </a:ext>
            </a:extLst>
          </p:cNvPr>
          <p:cNvGrpSpPr/>
          <p:nvPr/>
        </p:nvGrpSpPr>
        <p:grpSpPr>
          <a:xfrm>
            <a:off x="3117798" y="4336088"/>
            <a:ext cx="107932" cy="412732"/>
            <a:chOff x="3117798" y="4615516"/>
            <a:chExt cx="107932" cy="41273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98A7815B-1C60-5FD3-AE88-DB26C91E9AF3}"/>
                </a:ext>
              </a:extLst>
            </p:cNvPr>
            <p:cNvSpPr/>
            <p:nvPr/>
          </p:nvSpPr>
          <p:spPr>
            <a:xfrm>
              <a:off x="3117798" y="46155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1789D51-C666-08FB-D993-71F4D38643DB}"/>
                </a:ext>
              </a:extLst>
            </p:cNvPr>
            <p:cNvSpPr/>
            <p:nvPr/>
          </p:nvSpPr>
          <p:spPr>
            <a:xfrm>
              <a:off x="3117798" y="47679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0DC367F-7490-0258-D25C-B2184632F136}"/>
                </a:ext>
              </a:extLst>
            </p:cNvPr>
            <p:cNvSpPr/>
            <p:nvPr/>
          </p:nvSpPr>
          <p:spPr>
            <a:xfrm>
              <a:off x="3117798" y="49203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2980C42-F171-1347-6D47-96DF9A4930FA}"/>
              </a:ext>
            </a:extLst>
          </p:cNvPr>
          <p:cNvGrpSpPr/>
          <p:nvPr/>
        </p:nvGrpSpPr>
        <p:grpSpPr>
          <a:xfrm rot="5400000">
            <a:off x="5179503" y="5606893"/>
            <a:ext cx="107932" cy="412732"/>
            <a:chOff x="3117798" y="4615516"/>
            <a:chExt cx="107932" cy="41273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A699FB6-7E60-B56B-F9BD-AC511B45DCE8}"/>
                </a:ext>
              </a:extLst>
            </p:cNvPr>
            <p:cNvSpPr/>
            <p:nvPr/>
          </p:nvSpPr>
          <p:spPr>
            <a:xfrm>
              <a:off x="3117798" y="46155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82F2D1B-1752-5B4C-FB53-DA603B712080}"/>
                </a:ext>
              </a:extLst>
            </p:cNvPr>
            <p:cNvSpPr/>
            <p:nvPr/>
          </p:nvSpPr>
          <p:spPr>
            <a:xfrm>
              <a:off x="3117798" y="47679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74B40AA-9865-12E3-584B-E0F5FB8F0A50}"/>
                </a:ext>
              </a:extLst>
            </p:cNvPr>
            <p:cNvSpPr/>
            <p:nvPr/>
          </p:nvSpPr>
          <p:spPr>
            <a:xfrm>
              <a:off x="3117798" y="4920316"/>
              <a:ext cx="107932" cy="107932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719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0937" y="1082019"/>
            <a:ext cx="1877000" cy="3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초기 회귀식 추정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4288" y="1582557"/>
            <a:ext cx="5575652" cy="4111877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7887" y="1533423"/>
            <a:ext cx="5796178" cy="365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2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16739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초기 회귀식 추정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5621" y="1659354"/>
            <a:ext cx="11760757" cy="3247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15882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초기 </a:t>
            </a:r>
            <a:r>
              <a:rPr lang="en-US" altLang="ko-KR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ROC curve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6475" y="1674902"/>
            <a:ext cx="6798526" cy="456498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97717" y="3965183"/>
            <a:ext cx="2470077" cy="2470077"/>
          </a:xfrm>
          <a:prstGeom prst="rect">
            <a:avLst/>
          </a:prstGeom>
        </p:spPr>
      </p:pic>
      <p:sp>
        <p:nvSpPr>
          <p:cNvPr id="20" name="TextBox 8"/>
          <p:cNvSpPr txBox="1"/>
          <p:nvPr/>
        </p:nvSpPr>
        <p:spPr>
          <a:xfrm>
            <a:off x="7677358" y="1844100"/>
            <a:ext cx="4187860" cy="171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200"/>
              </a:lnSpc>
              <a:defRPr/>
            </a:pPr>
            <a:r>
              <a:rPr lang="en-US" altLang="ko-KR" sz="2200" dirty="0">
                <a:solidFill>
                  <a:srgbClr val="000000"/>
                </a:solidFill>
              </a:rPr>
              <a:t>ROC </a:t>
            </a:r>
            <a:r>
              <a:rPr lang="ko-KR" altLang="en-US" sz="2200" dirty="0">
                <a:solidFill>
                  <a:srgbClr val="000000"/>
                </a:solidFill>
              </a:rPr>
              <a:t>곡선이 충분히 왼쪽 위를</a:t>
            </a:r>
            <a:r>
              <a:rPr lang="en-US" altLang="ko-KR" sz="2200" dirty="0">
                <a:solidFill>
                  <a:srgbClr val="000000"/>
                </a:solidFill>
              </a:rPr>
              <a:t> </a:t>
            </a:r>
            <a:r>
              <a:rPr lang="ko-KR" altLang="en-US" sz="2200" dirty="0">
                <a:solidFill>
                  <a:srgbClr val="000000"/>
                </a:solidFill>
              </a:rPr>
              <a:t>향하고 있고</a:t>
            </a:r>
            <a:r>
              <a:rPr lang="en-US" altLang="ko-KR" sz="2200" dirty="0">
                <a:solidFill>
                  <a:srgbClr val="000000"/>
                </a:solidFill>
              </a:rPr>
              <a:t>,</a:t>
            </a:r>
            <a:r>
              <a:rPr lang="ko-KR" altLang="en-US" sz="2200" dirty="0">
                <a:solidFill>
                  <a:srgbClr val="000000"/>
                </a:solidFill>
              </a:rPr>
              <a:t> </a:t>
            </a:r>
            <a:r>
              <a:rPr lang="en-US" altLang="ko-KR" sz="2200" dirty="0">
                <a:solidFill>
                  <a:srgbClr val="000000"/>
                </a:solidFill>
              </a:rPr>
              <a:t>AUROC</a:t>
            </a:r>
            <a:r>
              <a:rPr lang="ko-KR" altLang="en-US" sz="2200" dirty="0">
                <a:solidFill>
                  <a:srgbClr val="000000"/>
                </a:solidFill>
              </a:rPr>
              <a:t> 값이 </a:t>
            </a:r>
            <a:r>
              <a:rPr lang="en-US" altLang="ko-KR" sz="2200" dirty="0">
                <a:solidFill>
                  <a:srgbClr val="000000"/>
                </a:solidFill>
              </a:rPr>
              <a:t>0.8525</a:t>
            </a:r>
            <a:r>
              <a:rPr lang="ko-KR" altLang="en-US" sz="2200" dirty="0">
                <a:solidFill>
                  <a:srgbClr val="000000"/>
                </a:solidFill>
              </a:rPr>
              <a:t>이므로 비가 올지 안 올지 </a:t>
            </a:r>
            <a:r>
              <a:rPr lang="ko-KR" altLang="en-US" sz="2200" dirty="0" err="1">
                <a:solidFill>
                  <a:srgbClr val="000000"/>
                </a:solidFill>
              </a:rPr>
              <a:t>예측하는데에</a:t>
            </a:r>
            <a:r>
              <a:rPr lang="ko-KR" altLang="en-US" sz="2200" dirty="0">
                <a:solidFill>
                  <a:srgbClr val="000000"/>
                </a:solidFill>
              </a:rPr>
              <a:t> 높은 성능 보임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5532" y="1708877"/>
            <a:ext cx="4896557" cy="447026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21721" y="1541892"/>
            <a:ext cx="5587907" cy="4837226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923587" y="1066231"/>
            <a:ext cx="5330286" cy="3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2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차 교호작용항을 포함한 초기 회귀식 추정 </a:t>
            </a: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-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 적합하지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5007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3587" y="1066231"/>
            <a:ext cx="5330285" cy="3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2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차 교호작용항을 포함한 초기 회귀식 추정 </a:t>
            </a: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-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 적합하지 않음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7071" y="1664535"/>
            <a:ext cx="5116583" cy="466195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48918" y="1399454"/>
            <a:ext cx="5480202" cy="489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92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7373" y="1652400"/>
            <a:ext cx="5818199" cy="4663566"/>
          </a:xfrm>
          <a:prstGeom prst="rect">
            <a:avLst/>
          </a:prstGeom>
        </p:spPr>
      </p:pic>
      <p:sp>
        <p:nvSpPr>
          <p:cNvPr id="27" name="TextBox 1"/>
          <p:cNvSpPr txBox="1"/>
          <p:nvPr/>
        </p:nvSpPr>
        <p:spPr>
          <a:xfrm>
            <a:off x="923587" y="1066231"/>
            <a:ext cx="5330286" cy="3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2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차 교호작용항을 포함한 초기 회귀식 추정 </a:t>
            </a:r>
            <a:r>
              <a:rPr lang="en-US" altLang="ko-KR" b="1" spc="-150">
                <a:solidFill>
                  <a:srgbClr val="00002F"/>
                </a:solidFill>
                <a:latin typeface="나눔고딕"/>
                <a:ea typeface="나눔고딕"/>
              </a:rPr>
              <a:t>-</a:t>
            </a: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 적합하지 않음</a:t>
            </a:r>
          </a:p>
        </p:txBody>
      </p:sp>
      <p:sp>
        <p:nvSpPr>
          <p:cNvPr id="28" name="제목 1"/>
          <p:cNvSpPr txBox="1"/>
          <p:nvPr/>
        </p:nvSpPr>
        <p:spPr>
          <a:xfrm>
            <a:off x="6729671" y="1545442"/>
            <a:ext cx="5154030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ctr">
              <a:defRPr/>
            </a:pPr>
            <a:r>
              <a:rPr lang="en-US" altLang="ko-KR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2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차 교호작용항 추가</a:t>
            </a:r>
          </a:p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차 이상의 교호작용항을 포함시키기 전</a:t>
            </a:r>
            <a: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2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차 교호작용항을 먼저 포함시켜 모형에 적합한지 확인</a:t>
            </a:r>
            <a:b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en-US" altLang="ko-KR" sz="22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교호작용항을 포함한 결과</a:t>
            </a:r>
            <a: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포함하지 않았을 때 유의했던 </a:t>
            </a:r>
            <a:r>
              <a:rPr lang="ko-KR" altLang="en-US" sz="22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일일강수량과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같은 변수도 유의하지 않은 결과 산출</a:t>
            </a:r>
            <a:b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en-US" altLang="ko-KR" sz="22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2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우도비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검정을 이용하여 </a:t>
            </a:r>
            <a:r>
              <a:rPr lang="en-US" altLang="ko-KR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2</a:t>
            </a:r>
            <a:r>
              <a:rPr lang="ko-KR" altLang="en-US" sz="22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차 교호작용항의 필요성 추가 검정 필요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615899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50277" cy="5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" y="498947"/>
            <a:ext cx="6400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0937" y="1082019"/>
            <a:ext cx="1877000" cy="3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우도비 검정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9960" y="1620558"/>
            <a:ext cx="6334914" cy="4620343"/>
          </a:xfrm>
          <a:prstGeom prst="rect">
            <a:avLst/>
          </a:prstGeom>
        </p:spPr>
      </p:pic>
      <p:sp>
        <p:nvSpPr>
          <p:cNvPr id="23" name="제목 1"/>
          <p:cNvSpPr txBox="1"/>
          <p:nvPr/>
        </p:nvSpPr>
        <p:spPr>
          <a:xfrm>
            <a:off x="6729671" y="1545442"/>
            <a:ext cx="5154030" cy="469194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Pr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(&gt;Chi) </a:t>
            </a: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값이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0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에 가까우므로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 </a:t>
            </a: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교호작용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항이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필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요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그러나 교호작용 항을 포함했을 때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모형이 너무 복잡하여 해석하기 어려움</a:t>
            </a:r>
            <a:b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</a:br>
            <a:endParaRPr lang="en-US" altLang="ko-KR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교호작용 항을 명시적으로 추가하는 대신, 대안으로 인자회귀분석을 통해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주효과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및 교호작용 효과를 동시에 평가하는 방법 고려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575982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20644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 spc="-150">
                <a:solidFill>
                  <a:srgbClr val="00002F"/>
                </a:solidFill>
                <a:latin typeface="나눔고딕"/>
                <a:ea typeface="나눔고딕"/>
              </a:rPr>
              <a:t>다중공선성 유무 확인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 txBox="1"/>
          <p:nvPr/>
        </p:nvSpPr>
        <p:spPr>
          <a:xfrm>
            <a:off x="5796337" y="2124521"/>
            <a:ext cx="5922345" cy="464378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ctr">
              <a:defRPr/>
            </a:pPr>
            <a:r>
              <a:rPr lang="ko-KR" altLang="en-US" sz="3000" b="1" dirty="0" err="1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다중공선성</a:t>
            </a:r>
            <a:r>
              <a:rPr lang="ko-KR" altLang="en-US" sz="3000" b="1" dirty="0">
                <a:solidFill>
                  <a:srgbClr val="1B1760"/>
                </a:solidFill>
                <a:latin typeface="함초롬바탕"/>
                <a:ea typeface="함초롬바탕"/>
                <a:cs typeface="함초롬바탕"/>
              </a:rPr>
              <a:t> 문제 확인</a:t>
            </a:r>
          </a:p>
          <a:p>
            <a:pPr lvl="0">
              <a:defRPr/>
            </a:pPr>
            <a:endParaRPr lang="en-US" altLang="ko-KR" sz="2000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9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시기온와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시기온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최고기온과 최저기온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9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시기압과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3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시기압의 </a:t>
            </a:r>
            <a:r>
              <a:rPr lang="en-US" altLang="ko-KR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gvif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값이 높게 관측 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-&gt;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다중공선성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문제 해결 필요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500" b="1" dirty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기온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기압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풍속의 설명변수들 끼리 상관계수가 크고 </a:t>
            </a:r>
            <a:r>
              <a:rPr lang="ko-KR" altLang="en-US" sz="2500" b="1" dirty="0" err="1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다중공선성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문제 발생하므로 차원을 줄이면서 정보손실 최소화 위해 기온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기압</a:t>
            </a:r>
            <a:r>
              <a:rPr lang="en-US" altLang="ko-KR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,</a:t>
            </a:r>
            <a:r>
              <a:rPr lang="ko-KR" altLang="en-US" sz="2500" b="1" dirty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풍속을 하나의 요인으로 묶어 인자분석 진행</a:t>
            </a: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500" b="1" dirty="0">
              <a:solidFill>
                <a:srgbClr val="42C7F1"/>
              </a:solidFill>
              <a:latin typeface="함초롬바탕"/>
              <a:ea typeface="함초롬바탕"/>
              <a:cs typeface="함초롬바탕"/>
            </a:endParaRPr>
          </a:p>
          <a:p>
            <a:pPr marL="0" lvl="0" indent="0">
              <a:buFont typeface="Arial"/>
              <a:buNone/>
              <a:defRPr/>
            </a:pPr>
            <a:endParaRPr lang="ko-KR" altLang="en-US" sz="2500" b="1" dirty="0">
              <a:solidFill>
                <a:srgbClr val="42C7F1"/>
              </a:solidFill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marL="342900" lvl="0" indent="-342900">
              <a:buFont typeface="Arial"/>
              <a:buChar char="•"/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  <a:p>
            <a:pPr lvl="0">
              <a:defRPr/>
            </a:pPr>
            <a:endParaRPr lang="ko-KR" altLang="en-US" sz="2000" b="1" dirty="0">
              <a:latin typeface="함초롬바탕"/>
              <a:ea typeface="함초롬바탕"/>
              <a:cs typeface="함초롬바탕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5092" y="1636263"/>
            <a:ext cx="4376446" cy="47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11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30524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step( ) </a:t>
            </a: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함수로 </a:t>
            </a:r>
            <a:r>
              <a:rPr lang="en-US" altLang="ko-KR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stepwise </a:t>
            </a: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회귀 수행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034" y="3719392"/>
            <a:ext cx="4245668" cy="191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R</a:t>
            </a:r>
            <a:r>
              <a:rPr lang="ko-KR" altLang="en-US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은 </a:t>
            </a:r>
            <a:r>
              <a:rPr lang="en-US" altLang="ko-KR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AIC </a:t>
            </a:r>
            <a:r>
              <a:rPr lang="ko-KR" altLang="en-US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기준 최소인 지점에서의 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모형을 </a:t>
            </a:r>
            <a:r>
              <a:rPr lang="ko-KR" altLang="en-US" sz="2000" dirty="0" err="1">
                <a:solidFill>
                  <a:srgbClr val="000000"/>
                </a:solidFill>
                <a:latin typeface="나눔고딕 ExtraBold"/>
                <a:ea typeface="나눔고딕 ExtraBold"/>
              </a:rPr>
              <a:t>적합해줘서</a:t>
            </a:r>
            <a:endParaRPr lang="ko-KR" altLang="en-US" sz="2000" dirty="0">
              <a:solidFill>
                <a:srgbClr val="000000"/>
              </a:solidFill>
              <a:latin typeface="나눔고딕 ExtraBold"/>
              <a:ea typeface="나눔고딕 ExtraBold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Full model</a:t>
            </a:r>
            <a:r>
              <a:rPr lang="ko-KR" altLang="en-US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을 선택해주어 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나눔고딕 ExtraBold"/>
                <a:ea typeface="나눔고딕 ExtraBold"/>
              </a:rPr>
              <a:t>다중공선성</a:t>
            </a:r>
            <a:r>
              <a:rPr lang="ko-KR" altLang="en-US" sz="2000" dirty="0">
                <a:solidFill>
                  <a:srgbClr val="000000"/>
                </a:solidFill>
                <a:latin typeface="나눔고딕 ExtraBold"/>
                <a:ea typeface="나눔고딕 ExtraBold"/>
              </a:rPr>
              <a:t> 문제가 해소되지 않음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4343" y="1646999"/>
            <a:ext cx="2897190" cy="461027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82763" y="4024316"/>
            <a:ext cx="2733915" cy="177645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84339" y="1646999"/>
            <a:ext cx="6980309" cy="1684902"/>
          </a:xfrm>
          <a:prstGeom prst="rect">
            <a:avLst/>
          </a:prstGeom>
        </p:spPr>
      </p:pic>
      <p:sp>
        <p:nvSpPr>
          <p:cNvPr id="26" name="TextBox 18"/>
          <p:cNvSpPr txBox="1"/>
          <p:nvPr/>
        </p:nvSpPr>
        <p:spPr>
          <a:xfrm>
            <a:off x="6009430" y="5932221"/>
            <a:ext cx="5042077" cy="49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solidFill>
                  <a:srgbClr val="FF843A"/>
                </a:solidFill>
                <a:latin typeface="나눔고딕 ExtraBold"/>
                <a:ea typeface="나눔고딕 ExtraBold"/>
              </a:rPr>
              <a:t>backward, forward</a:t>
            </a:r>
            <a:r>
              <a:rPr lang="ko-KR" altLang="en-US" b="1" dirty="0">
                <a:solidFill>
                  <a:srgbClr val="FF843A"/>
                </a:solidFill>
                <a:latin typeface="나눔고딕 ExtraBold"/>
                <a:ea typeface="나눔고딕 ExtraBold"/>
              </a:rPr>
              <a:t> 방법으로도 동일한 결과 발생</a:t>
            </a:r>
          </a:p>
        </p:txBody>
      </p:sp>
    </p:spTree>
    <p:extLst>
      <p:ext uri="{BB962C8B-B14F-4D97-AF65-F5344CB8AC3E}">
        <p14:creationId xmlns:p14="http://schemas.microsoft.com/office/powerpoint/2010/main" val="931367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7" y="1044741"/>
            <a:ext cx="99765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인자분석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6483" y="1440574"/>
            <a:ext cx="6870670" cy="4989883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9991" y="1601336"/>
            <a:ext cx="4286835" cy="12690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3EF68AD-19DE-2C78-775B-15D3A0DE5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718" y="3183147"/>
            <a:ext cx="4231108" cy="30768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28931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>
                <a:solidFill>
                  <a:srgbClr val="00002F"/>
                </a:solidFill>
                <a:latin typeface="나눔고딕 ExtraBold"/>
                <a:ea typeface="나눔고딕 ExtraBold"/>
              </a:rPr>
              <a:t>인자분석을 통한 회귀모형 적합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DF87BBA-B464-4BA1-947C-E3A35B8A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01" y="1435735"/>
            <a:ext cx="5163271" cy="5058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FB58012-EE5D-433E-9315-EF29E7F3E8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21"/>
          <a:stretch/>
        </p:blipFill>
        <p:spPr>
          <a:xfrm>
            <a:off x="6851733" y="1690326"/>
            <a:ext cx="3742591" cy="34773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28931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인자분석을 통한 회귀모형 적합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37C913A4-4028-4342-BF14-B241D69C9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647" y="2246275"/>
            <a:ext cx="10175369" cy="2154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/(1-p)) = -1.855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Intercept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+ 0.354 기온 + 1.351 상대습도 + 0.416 풍속 + -0.563 기압 + 0.206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풍향_cos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+ 0.052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풍향_sin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+ 0.028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일일강수량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-0.29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지역분류Eastern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+ 0.362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지역분류Eastern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-0.917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지역분류Northern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+ 0.135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지역분류Southern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+ 0.318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지역분류Southern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+ 0.413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지역분류Western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+ 0.393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지역분류Western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-0.048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계절Spring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-0.501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계절Summer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+ 0.309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계절Winter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70F2D0-D7F6-46B2-9873-F78FAACEB6E1}"/>
              </a:ext>
            </a:extLst>
          </p:cNvPr>
          <p:cNvSpPr txBox="1"/>
          <p:nvPr/>
        </p:nvSpPr>
        <p:spPr>
          <a:xfrm>
            <a:off x="938647" y="1645508"/>
            <a:ext cx="1920719" cy="369332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 dirty="0" err="1">
                <a:solidFill>
                  <a:srgbClr val="0070C0"/>
                </a:solidFill>
                <a:latin typeface="나눔고딕 ExtraBold"/>
                <a:ea typeface="나눔고딕 ExtraBold"/>
              </a:rPr>
              <a:t>적합된</a:t>
            </a:r>
            <a:r>
              <a:rPr lang="ko-KR" altLang="en-US" spc="-150" dirty="0">
                <a:solidFill>
                  <a:srgbClr val="0070C0"/>
                </a:solidFill>
                <a:latin typeface="나눔고딕 ExtraBold"/>
                <a:ea typeface="나눔고딕 ExtraBold"/>
              </a:rPr>
              <a:t> 회귀방정식</a:t>
            </a:r>
          </a:p>
        </p:txBody>
      </p:sp>
    </p:spTree>
    <p:extLst>
      <p:ext uri="{BB962C8B-B14F-4D97-AF65-F5344CB8AC3E}">
        <p14:creationId xmlns:p14="http://schemas.microsoft.com/office/powerpoint/2010/main" val="324071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6873-0802-684D-D0C4-72314FE2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5210508-B745-56BF-E8B3-6B041AADD73B}"/>
              </a:ext>
            </a:extLst>
          </p:cNvPr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2095CE3-BEC8-67E3-A9C7-9ADAD8B40D7F}"/>
              </a:ext>
            </a:extLst>
          </p:cNvPr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B5AE3-A841-2456-42ED-A718A34B6981}"/>
              </a:ext>
            </a:extLst>
          </p:cNvPr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A7AB2-9E4D-B675-9C40-C09182A7022C}"/>
              </a:ext>
            </a:extLst>
          </p:cNvPr>
          <p:cNvSpPr txBox="1"/>
          <p:nvPr/>
        </p:nvSpPr>
        <p:spPr>
          <a:xfrm>
            <a:off x="1055938" y="1044741"/>
            <a:ext cx="15408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주요 변수 해석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7C6A39-FBB1-B559-FF82-112F8B4EEC46}"/>
              </a:ext>
            </a:extLst>
          </p:cNvPr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FA394DC-E0F6-2C46-53D5-BE2E9DCA3FBC}"/>
              </a:ext>
            </a:extLst>
          </p:cNvPr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568D41C-AC54-2B0D-03F4-974CA9CC3FC6}"/>
              </a:ext>
            </a:extLst>
          </p:cNvPr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789689A-4D59-FAE0-3F0B-368D3BFDC0A4}"/>
              </a:ext>
            </a:extLst>
          </p:cNvPr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936FCA4-D622-3123-B089-B31D4F356EFB}"/>
              </a:ext>
            </a:extLst>
          </p:cNvPr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B89BF05D-9098-4782-EAFB-4D5E964B2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647" y="2246275"/>
            <a:ext cx="10175369" cy="2154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/(1-p)) = -1.855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Intercept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+ 0.354 기온 + 1.351 상대습도 + 0.416 풍속 + -0.563 기압 + 0.206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풍향_cos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+ 0.052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풍향_sin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+ 0.028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일일강수량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-0.29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지역분류Eastern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+ 0.362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지역분류Eastern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-0.917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지역분류Northern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+ 0.135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지역분류Southern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+ 0.318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지역분류Southern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+ 0.413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지역분류Western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Coastal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+ 0.393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지역분류Western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Inland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-0.048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계절Spring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-0.501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계절Summer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+ 0.309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계절Winter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35D814-CF84-AD06-5990-E5009EE8D28C}"/>
              </a:ext>
            </a:extLst>
          </p:cNvPr>
          <p:cNvSpPr txBox="1"/>
          <p:nvPr/>
        </p:nvSpPr>
        <p:spPr>
          <a:xfrm>
            <a:off x="938647" y="1645508"/>
            <a:ext cx="1920719" cy="369332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pc="-150" dirty="0" err="1">
                <a:solidFill>
                  <a:srgbClr val="0070C0"/>
                </a:solidFill>
                <a:latin typeface="나눔고딕 ExtraBold"/>
                <a:ea typeface="나눔고딕 ExtraBold"/>
              </a:rPr>
              <a:t>적합된</a:t>
            </a:r>
            <a:r>
              <a:rPr lang="ko-KR" altLang="en-US" spc="-150" dirty="0">
                <a:solidFill>
                  <a:srgbClr val="0070C0"/>
                </a:solidFill>
                <a:latin typeface="나눔고딕 ExtraBold"/>
                <a:ea typeface="나눔고딕 ExtraBold"/>
              </a:rPr>
              <a:t> 회귀방정식</a:t>
            </a:r>
          </a:p>
        </p:txBody>
      </p:sp>
    </p:spTree>
    <p:extLst>
      <p:ext uri="{BB962C8B-B14F-4D97-AF65-F5344CB8AC3E}">
        <p14:creationId xmlns:p14="http://schemas.microsoft.com/office/powerpoint/2010/main" val="1896516034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1026522" y="976001"/>
            <a:ext cx="2989119" cy="131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5938" y="438304"/>
            <a:ext cx="2946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32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데이터 탐색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33" y="498947"/>
            <a:ext cx="6126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500" spc="-150">
                <a:solidFill>
                  <a:srgbClr val="00002F"/>
                </a:solidFill>
                <a:latin typeface="+mn-lt"/>
                <a:ea typeface="+mn-ea"/>
                <a:cs typeface="+mn-cs"/>
              </a:rPr>
              <a:t>04.</a:t>
            </a:r>
            <a:endParaRPr lang="ko-KR" altLang="en-US" sz="2500" spc="-150">
              <a:solidFill>
                <a:srgbClr val="00002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938" y="1044741"/>
            <a:ext cx="22374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ROC 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곡선과 </a:t>
            </a:r>
            <a:r>
              <a:rPr lang="en-US" altLang="ko-KR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VIF</a:t>
            </a:r>
            <a:r>
              <a:rPr lang="ko-KR" altLang="en-US" spc="-150" dirty="0">
                <a:solidFill>
                  <a:srgbClr val="00002F"/>
                </a:solidFill>
                <a:latin typeface="나눔고딕 ExtraBold"/>
                <a:ea typeface="나눔고딕 ExtraBold"/>
              </a:rPr>
              <a:t>값 확인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11277143" y="144941"/>
            <a:ext cx="360000" cy="0"/>
          </a:xfrm>
          <a:prstGeom prst="line">
            <a:avLst/>
          </a:prstGeom>
          <a:ln w="44450" cap="rnd">
            <a:solidFill>
              <a:srgbClr val="8DBAB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432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841891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9976234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703702" y="144941"/>
            <a:ext cx="3600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70F2D0-D7F6-46B2-9873-F78FAACEB6E1}"/>
              </a:ext>
            </a:extLst>
          </p:cNvPr>
          <p:cNvSpPr txBox="1"/>
          <p:nvPr/>
        </p:nvSpPr>
        <p:spPr>
          <a:xfrm>
            <a:off x="938647" y="1645508"/>
            <a:ext cx="1003160" cy="369332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pc="-150" dirty="0">
                <a:solidFill>
                  <a:srgbClr val="0070C0"/>
                </a:solidFill>
                <a:latin typeface="나눔고딕 ExtraBold"/>
                <a:ea typeface="나눔고딕 ExtraBold"/>
              </a:rPr>
              <a:t>ROC</a:t>
            </a:r>
            <a:r>
              <a:rPr lang="ko-KR" altLang="en-US" spc="-150" dirty="0">
                <a:solidFill>
                  <a:srgbClr val="0070C0"/>
                </a:solidFill>
                <a:latin typeface="나눔고딕 ExtraBold"/>
                <a:ea typeface="나눔고딕 ExtraBold"/>
              </a:rPr>
              <a:t>곡선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1BD5DD-1435-4266-813E-BEF48BC9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45" y="2036502"/>
            <a:ext cx="6341792" cy="46117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E502472-84A9-4E47-8B18-82121665A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190" y="5591945"/>
            <a:ext cx="3538743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Area under the curve: 0.8342</a:t>
            </a: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E6AF15-A954-4D3E-841B-4D796797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97" y="1023079"/>
            <a:ext cx="4354805" cy="2465189"/>
          </a:xfrm>
          <a:prstGeom prst="rect">
            <a:avLst/>
          </a:prstGeom>
        </p:spPr>
      </p:pic>
      <p:sp>
        <p:nvSpPr>
          <p:cNvPr id="20" name="TextBox 7"/>
          <p:cNvSpPr txBox="1"/>
          <p:nvPr/>
        </p:nvSpPr>
        <p:spPr>
          <a:xfrm>
            <a:off x="7315463" y="3697549"/>
            <a:ext cx="4321680" cy="81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>
                <a:solidFill>
                  <a:srgbClr val="000000"/>
                </a:solidFill>
                <a:latin typeface="나눔고딕 ExtraBold"/>
                <a:ea typeface="나눔고딕 ExtraBold"/>
              </a:rPr>
              <a:t>초기 모형에 비해 다중공선성 문제가 확실히 해소되었으며 </a:t>
            </a:r>
            <a:r>
              <a:rPr lang="en-US" altLang="ko-KR" sz="1600">
                <a:solidFill>
                  <a:srgbClr val="000000"/>
                </a:solidFill>
                <a:latin typeface="나눔고딕 ExtraBold"/>
                <a:ea typeface="나눔고딕 ExtraBold"/>
              </a:rPr>
              <a:t>ROC</a:t>
            </a:r>
            <a:r>
              <a:rPr lang="ko-KR" altLang="en-US" sz="1600">
                <a:solidFill>
                  <a:srgbClr val="000000"/>
                </a:solidFill>
                <a:latin typeface="나눔고딕 ExtraBold"/>
                <a:ea typeface="나눔고딕 ExtraBold"/>
              </a:rPr>
              <a:t>곡선은 다음과 같음 </a:t>
            </a:r>
            <a:endParaRPr lang="ko-KR" altLang="en-US" sz="1600">
              <a:solidFill>
                <a:srgbClr val="00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48171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꽃잎">
  <a:themeElements>
    <a:clrScheme name="꽃잎">
      <a:dk1>
        <a:srgbClr val="85d7ff"/>
      </a:dk1>
      <a:lt1>
        <a:srgbClr val="ffffff"/>
      </a:lt1>
      <a:dk2>
        <a:srgbClr val="b0e9f2"/>
      </a:dk2>
      <a:lt2>
        <a:srgbClr val="f6ffcd"/>
      </a:lt2>
      <a:accent1>
        <a:srgbClr val="4ccb00"/>
      </a:accent1>
      <a:accent2>
        <a:srgbClr val="b8de01"/>
      </a:accent2>
      <a:accent3>
        <a:srgbClr val="4bcce2"/>
      </a:accent3>
      <a:accent4>
        <a:srgbClr val="136573"/>
      </a:accent4>
      <a:accent5>
        <a:srgbClr val="ff9900"/>
      </a:accent5>
      <a:accent6>
        <a:srgbClr val="5f5f5f"/>
      </a:accent6>
      <a:hlink>
        <a:srgbClr val="4a45ff"/>
      </a:hlink>
      <a:folHlink>
        <a:srgbClr val="be27bb"/>
      </a:folHlink>
    </a:clrScheme>
    <a:fontScheme name="꽃잎">
      <a:majorFont>
        <a:latin typeface="Verdana"/>
        <a:ea typeface=""/>
        <a:cs typeface=""/>
        <a:font script="Jpan" typeface="MS PGothic"/>
        <a:font script="Hang" typeface="HY울릉도B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꽃잎">
      <a:fillStyleLst>
        <a:gradFill rotWithShape="1">
          <a:gsLst>
            <a:gs pos="0">
              <a:schemeClr val="phClr"/>
            </a:gs>
            <a:gs pos="100000">
              <a:schemeClr val="phClr">
                <a:tint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0000"/>
                <a:satMod val="300000"/>
              </a:schemeClr>
            </a:gs>
            <a:gs pos="35000">
              <a:schemeClr val="phClr">
                <a:tint val="4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tint val="100000"/>
                <a:shade val="90000"/>
                <a:satMod val="160000"/>
              </a:schemeClr>
            </a:gs>
          </a:gsLst>
          <a:lin ang="16200000" scaled="0"/>
        </a:gradFill>
      </a:fillStyleLst>
      <a:lnStyleLst>
        <a:ln w="15875" cap="sq" cmpd="dbl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30000"/>
                <a:shade val="90000"/>
                <a:satMod val="100000"/>
              </a:schemeClr>
            </a:gs>
            <a:gs pos="60000">
              <a:schemeClr val="phClr">
                <a:tint val="60000"/>
                <a:shade val="10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30000"/>
              </a:schemeClr>
            </a:gs>
            <a:gs pos="45000">
              <a:schemeClr val="phClr">
                <a:tint val="90000"/>
                <a:shade val="100000"/>
                <a:alpha val="100000"/>
                <a:hueMod val="100000"/>
                <a:satMod val="100000"/>
              </a:schemeClr>
            </a:gs>
            <a:gs pos="100000">
              <a:schemeClr val="phClr">
                <a:tint val="80000"/>
                <a:shade val="80000"/>
                <a:alpha val="100000"/>
                <a:hueMod val="100000"/>
                <a:satMod val="100000"/>
                <a:lumMod val="100000"/>
              </a:schemeClr>
            </a:gs>
          </a:gsLst>
          <a:lin ang="282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683</ep:Words>
  <ep:PresentationFormat>와이드스크린</ep:PresentationFormat>
  <ep:Paragraphs>179</ep:Paragraphs>
  <ep:Slides>25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꽃잎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2017-05-29T09:12:16.000</dcterms:created>
  <dc:creator>hyeran kang</dc:creator>
  <cp:lastModifiedBy>tt701</cp:lastModifiedBy>
  <dcterms:modified xsi:type="dcterms:W3CDTF">2026-06-13T14:11:09.974</dcterms:modified>
  <cp:revision>302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